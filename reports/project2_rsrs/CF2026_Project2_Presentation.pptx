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3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3f4ae0ff674a6b" /><Relationship Type="http://schemas.openxmlformats.org/officeDocument/2006/relationships/extended-properties" Target="/docProps/app.xml" Id="Re8f1e2212a14496c" /><Relationship Type="http://schemas.openxmlformats.org/officeDocument/2006/relationships/officeDocument" Target="/ppt/presentation.xml" Id="R64efcaa6be0c41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ad8909b9f446f0"/>
  </p:sldMasterIdLst>
  <p:notesMasterIdLst>
    <p:notesMasterId xmlns:r="http://schemas.openxmlformats.org/officeDocument/2006/relationships" r:id="R48a3dba6ea014dfe"/>
  </p:notesMasterIdLst>
  <p:sldIdLst>
    <p:sldId xmlns:r="http://schemas.openxmlformats.org/officeDocument/2006/relationships" id="256" r:id="Rc90d400e3da84cdc"/>
    <p:sldId xmlns:r="http://schemas.openxmlformats.org/officeDocument/2006/relationships" id="257" r:id="R618a08f8034e4727"/>
    <p:sldId xmlns:r="http://schemas.openxmlformats.org/officeDocument/2006/relationships" id="258" r:id="R228428df81b648dd"/>
    <p:sldId xmlns:r="http://schemas.openxmlformats.org/officeDocument/2006/relationships" id="259" r:id="Rd2af95a983fe40a9"/>
    <p:sldId xmlns:r="http://schemas.openxmlformats.org/officeDocument/2006/relationships" id="260" r:id="R452b0aadf3a7449f"/>
    <p:sldId xmlns:r="http://schemas.openxmlformats.org/officeDocument/2006/relationships" id="261" r:id="R015759282c964c94"/>
    <p:sldId xmlns:r="http://schemas.openxmlformats.org/officeDocument/2006/relationships" id="262" r:id="Rbcd27734107a4cd4"/>
    <p:sldId xmlns:r="http://schemas.openxmlformats.org/officeDocument/2006/relationships" id="263" r:id="Rb9a74037898443a9"/>
    <p:sldId xmlns:r="http://schemas.openxmlformats.org/officeDocument/2006/relationships" id="264" r:id="Rb4f8f59b89834336"/>
    <p:sldId xmlns:r="http://schemas.openxmlformats.org/officeDocument/2006/relationships" id="265" r:id="Rc7a4e58039374d0a"/>
    <p:sldId xmlns:r="http://schemas.openxmlformats.org/officeDocument/2006/relationships" id="266" r:id="R20d155c0b32e40c9"/>
    <p:sldId xmlns:r="http://schemas.openxmlformats.org/officeDocument/2006/relationships" id="267" r:id="R95f4cb3189554f7e"/>
    <p:sldId xmlns:r="http://schemas.openxmlformats.org/officeDocument/2006/relationships" id="268" r:id="Rb778e1bc9a1e41fc"/>
    <p:sldId xmlns:r="http://schemas.openxmlformats.org/officeDocument/2006/relationships" id="269" r:id="Rc9d4618aa1714021"/>
    <p:sldId xmlns:r="http://schemas.openxmlformats.org/officeDocument/2006/relationships" id="270" r:id="R1d13595e629544b7"/>
    <p:sldId xmlns:r="http://schemas.openxmlformats.org/officeDocument/2006/relationships" id="271" r:id="R8da49e3b16714c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1e9280cacf4d8f" /><Relationship Type="http://schemas.openxmlformats.org/officeDocument/2006/relationships/slideMaster" Target="/ppt/slideMasters/slideMaster1.xml" Id="Rb1ad8909b9f446f0" /><Relationship Type="http://schemas.openxmlformats.org/officeDocument/2006/relationships/notesMaster" Target="/ppt/notesMasters/notesMaster1.xml" Id="R48a3dba6ea014dfe" /><Relationship Type="http://schemas.openxmlformats.org/officeDocument/2006/relationships/presProps" Target="/ppt/presProps.xml" Id="R41827faf22e241eb" /><Relationship Type="http://schemas.openxmlformats.org/officeDocument/2006/relationships/tableStyles" Target="/ppt/tableStyles.xml" Id="R406d19f0c4144d84" /><Relationship Type="http://schemas.openxmlformats.org/officeDocument/2006/relationships/slide" Target="/ppt/slides/slide1.xml" Id="Rc90d400e3da84cdc" /><Relationship Type="http://schemas.openxmlformats.org/officeDocument/2006/relationships/slide" Target="/ppt/slides/slide2.xml" Id="R618a08f8034e4727" /><Relationship Type="http://schemas.openxmlformats.org/officeDocument/2006/relationships/slide" Target="/ppt/slides/slide3.xml" Id="R228428df81b648dd" /><Relationship Type="http://schemas.openxmlformats.org/officeDocument/2006/relationships/slide" Target="/ppt/slides/slide4.xml" Id="Rd2af95a983fe40a9" /><Relationship Type="http://schemas.openxmlformats.org/officeDocument/2006/relationships/slide" Target="/ppt/slides/slide5.xml" Id="R452b0aadf3a7449f" /><Relationship Type="http://schemas.openxmlformats.org/officeDocument/2006/relationships/slide" Target="/ppt/slides/slide6.xml" Id="R015759282c964c94" /><Relationship Type="http://schemas.openxmlformats.org/officeDocument/2006/relationships/slide" Target="/ppt/slides/slide7.xml" Id="Rbcd27734107a4cd4" /><Relationship Type="http://schemas.openxmlformats.org/officeDocument/2006/relationships/slide" Target="/ppt/slides/slide8.xml" Id="Rb9a74037898443a9" /><Relationship Type="http://schemas.openxmlformats.org/officeDocument/2006/relationships/slide" Target="/ppt/slides/slide9.xml" Id="Rb4f8f59b89834336" /><Relationship Type="http://schemas.openxmlformats.org/officeDocument/2006/relationships/slide" Target="/ppt/slides/slide10.xml" Id="Rc7a4e58039374d0a" /><Relationship Type="http://schemas.openxmlformats.org/officeDocument/2006/relationships/slide" Target="/ppt/slides/slide11.xml" Id="R20d155c0b32e40c9" /><Relationship Type="http://schemas.openxmlformats.org/officeDocument/2006/relationships/slide" Target="/ppt/slides/slide12.xml" Id="R95f4cb3189554f7e" /><Relationship Type="http://schemas.openxmlformats.org/officeDocument/2006/relationships/slide" Target="/ppt/slides/slide13.xml" Id="Rb778e1bc9a1e41fc" /><Relationship Type="http://schemas.openxmlformats.org/officeDocument/2006/relationships/slide" Target="/ppt/slides/slide14.xml" Id="Rc9d4618aa1714021" /><Relationship Type="http://schemas.openxmlformats.org/officeDocument/2006/relationships/slide" Target="/ppt/slides/slide15.xml" Id="R1d13595e629544b7" /><Relationship Type="http://schemas.openxmlformats.org/officeDocument/2006/relationships/slide" Target="/ppt/slides/slide16.xml" Id="R8da49e3b16714c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a8350049c940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b1f8015ecf4540" /><Relationship Type="http://schemas.openxmlformats.org/officeDocument/2006/relationships/notesMaster" Target="/ppt/notesMasters/notesMaster1.xml" Id="R90d3bd13c95e4d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f2efb657e04738" /><Relationship Type="http://schemas.openxmlformats.org/officeDocument/2006/relationships/notesMaster" Target="/ppt/notesMasters/notesMaster1.xml" Id="R5a6286f84e634d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99d1de67d2474d" /><Relationship Type="http://schemas.openxmlformats.org/officeDocument/2006/relationships/notesMaster" Target="/ppt/notesMasters/notesMaster1.xml" Id="R9b97d508c78847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167e2d639046f2" /><Relationship Type="http://schemas.openxmlformats.org/officeDocument/2006/relationships/notesMaster" Target="/ppt/notesMasters/notesMaster1.xml" Id="R6a1d0fcf26d045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c22f9cb4414ce3" /><Relationship Type="http://schemas.openxmlformats.org/officeDocument/2006/relationships/notesMaster" Target="/ppt/notesMasters/notesMaster1.xml" Id="R81f1c564a24440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6f2936cd18436d" /><Relationship Type="http://schemas.openxmlformats.org/officeDocument/2006/relationships/notesMaster" Target="/ppt/notesMasters/notesMaster1.xml" Id="R61c1ebc61c5a49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c04901628b4123" /><Relationship Type="http://schemas.openxmlformats.org/officeDocument/2006/relationships/notesMaster" Target="/ppt/notesMasters/notesMaster1.xml" Id="Ra5f9931c3e4346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054379485e4ea7" /><Relationship Type="http://schemas.openxmlformats.org/officeDocument/2006/relationships/notesMaster" Target="/ppt/notesMasters/notesMaster1.xml" Id="R0f44235bf48549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30ca0f4a4d4b93" /><Relationship Type="http://schemas.openxmlformats.org/officeDocument/2006/relationships/notesMaster" Target="/ppt/notesMasters/notesMaster1.xml" Id="R527cddd753814bf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067cf9a2ade4a36" /><Relationship Type="http://schemas.openxmlformats.org/officeDocument/2006/relationships/notesMaster" Target="/ppt/notesMasters/notesMaster1.xml" Id="R83aa7a27715e42a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735064b6c014029" /><Relationship Type="http://schemas.openxmlformats.org/officeDocument/2006/relationships/notesMaster" Target="/ppt/notesMasters/notesMaster1.xml" Id="R726c902b92424c5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2b8cda473e0496d" /><Relationship Type="http://schemas.openxmlformats.org/officeDocument/2006/relationships/notesMaster" Target="/ppt/notesMasters/notesMaster1.xml" Id="Rea504a9f6531472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16922f7ce4149b9" /><Relationship Type="http://schemas.openxmlformats.org/officeDocument/2006/relationships/notesMaster" Target="/ppt/notesMasters/notesMaster1.xml" Id="R7f36c96c94dd476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783287a0bf948f8" /><Relationship Type="http://schemas.openxmlformats.org/officeDocument/2006/relationships/notesMaster" Target="/ppt/notesMasters/notesMaster1.xml" Id="R603ed39ee7cd4f0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a300f34d7c24694" /><Relationship Type="http://schemas.openxmlformats.org/officeDocument/2006/relationships/notesMaster" Target="/ppt/notesMasters/notesMaster1.xml" Id="R302618c628e940a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aace32d213e4ca4" /><Relationship Type="http://schemas.openxmlformats.org/officeDocument/2006/relationships/notesMaster" Target="/ppt/notesMasters/notesMaster1.xml" Id="R5a1d5e7273a24b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建议用时：20秒</a:t>
            </a:r>
          </a:p>
          <a:p xmlns:a="http://schemas.openxmlformats.org/drawingml/2006/main">
            <a:r>
              <a:t>各位老师、同学好。我们把RSRS择时研究接入青序平台。这次展示分为原文复现、差异归因和一项仓位改进。我们希望回答的不只是收益有多高，还包括结果是否可核验、差异是否有证据。</a:t>
            </a:r>
          </a:p>
          <a:p xmlns:a="http://schemas.openxmlformats.org/drawingml/2006/main">
            <a:r>
              <a:t>来源：光大证券2017-05-01研报；本项目固定协议与公开研究证据。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建议用时：45秒</a:t>
            </a:r>
          </a:p>
          <a:p xmlns:a="http://schemas.openxmlformats.org/drawingml/2006/main">
            <a:r>
              <a:t>我们的研究对象是2017年光大证券的RSRS研报，重点复现价格优化策略的图二十五、表五和费用图二十六。课程要求把核心结论变成可核验实验，所以我们先说明公式和交易规则，再解释结果差异。新策略收益高并不能替代这条证据链；反过来，结果较弱但实现和解释完整，也有研究价值。我们复用P1的成交、资金和绩效模块，新增RSRS信号与风险仓位。具体来说，图表并排只是第一步。还要交代使用什么样本、收益如何年化、什么时候成交、费用如何扣除，并且保留配置和输入身份，让另一个小组从同一数据出发能够重跑。如果某个差异无法通过控制实验解释，我们就明确列为未解释部分。</a:t>
            </a:r>
          </a:p>
          <a:p xmlns:a="http://schemas.openxmlformats.org/drawingml/2006/main">
            <a:r>
              <a:t>来源：光大证券2017-05-01研报；本项目固定协议与公开研究证据。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建议用时：65秒</a:t>
            </a:r>
          </a:p>
          <a:p xmlns:a="http://schemas.openxmlformats.org/drawingml/2006/main">
            <a:r>
              <a:t>审计原文时，我们发现一个会直接影响早期净值的细节。原文第二十二页说明，前六百天没有完整斜率历史时，可以使用已有数据；而准备版为了统一信息边界，等待完整窗口才发出信号。这两种处理不相同，不能把准备版称为完全按原文复现。因此正式实验增加部分历史窗口兼容版本，同时保留严格暖机主协议。原文还有截止三月还是四月、图形起点与正文不一致的问题，我们都保留，没有任选一个方便的说法。这个发现也改变了我们的工作顺序：先对照研报中关于早期样本的文字，再增加兼容实验，而不是调参数把收益追到原文。主图统一选择三月底作为本次端点，四月底仅做敏感性，避免在原文歧义中挑最有利的日期。</a:t>
            </a:r>
          </a:p>
          <a:p xmlns:a="http://schemas.openxmlformats.org/drawingml/2006/main">
            <a:r>
              <a:t>来源：光大证券2017-05-01研报；本项目固定协议与公开研究证据。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建议用时：90秒</a:t>
            </a:r>
          </a:p>
          <a:p xmlns:a="http://schemas.openxmlformats.org/drawingml/2006/main">
            <a:r>
              <a:t>RSRS首先在最近N个交易日，用最低价解释最高价，做带截距的一元回归，得到斜率beta和拟合优度R平方。然后把斜率相对之前M个斜率标准化为z。修正分是z乘R平方，右偏分再乘beta。右偏版本的N是十六、M是三百，其他标准分版本用十八和六百，因此几种版本的差异不只有变换本身。策略是带记忆的状态机：空仓时超过零点七才考虑买，持仓后跌破负零点七才卖，中间区域继续原状态。均线只限制买入，不会因为均线下降单独触发卖出。直观地看，斜率描述近期高点相对低点的变化关系，标准化把不同历史阶段放到相对位置，拟合优度则压低回归关系不稳定时的信号。但这种解释只是经济直觉，不能代替收益验证。我们把每个中间量都保留下来，能追查某一天为什么持仓或空仓。</a:t>
            </a:r>
          </a:p>
          <a:p xmlns:a="http://schemas.openxmlformats.org/drawingml/2006/main">
            <a:r>
              <a:t>来源：光大证券2017-05-01研报；本项目固定协议与公开研究证据。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建议用时：60秒</a:t>
            </a:r>
          </a:p>
          <a:p xmlns:a="http://schemas.openxmlformats.org/drawingml/2006/main">
            <a:r>
              <a:t>所有当日最高价、最低价和收盘价在收盘后才完整可得，所以主结果按收盘形成目标，下一交易日开盘执行，再按收盘估值。次日开盘和每边十个基点的费用，是我们明确补充的执行约定，不冒充研报已有的全部规定。RSRS输出交给青序原回测引擎，费用按实际成交金额扣除。验证不仅看曲线，还包括OLS手算、阈值状态、扰动未来是否改变过去，以及从每笔成交重新计算现金、份额和净值。例如，真实窗口的独立复算是直接做最小二乘，再重复计算此前三百个回归；不是用主程序的输出再抄一遍公式。日账本另从成交反推份额和现金，因此可以区分指标算错、日期对齐错与账户记账错。</a:t>
            </a:r>
          </a:p>
          <a:p xmlns:a="http://schemas.openxmlformats.org/drawingml/2006/main">
            <a:r>
              <a:t>来源：光大证券2017-05-01研报；本项目固定协议与公开研究证据。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建议用时：50秒</a:t>
            </a:r>
          </a:p>
          <a:p xmlns:a="http://schemas.openxmlformats.org/drawingml/2006/main">
            <a:r>
              <a:t>我们把结果分成三层。第一层尽量接近原文的二零零五年三月到二零一七年四月，使用部分历史暖机，但无法消除原始Wind快照和精确日期缺失。第二层采用二零零七年八月开始的共同区间，保证严格暖机后的公平比较。第三层是研报发表后的历史检验。它可以检验方法后来表现怎样，却不能当作原图的复现。近期区间是第三层的子集，也不是独立样本。数据来自三个指数的公开日线快照，而不是P1的一千只股票池。沪深三百和中证五百各有五千二百八十八条记录，上证五十有五千五百三十一条。我们保存了哈希和缺失检查，保证报告、演示和平台看到的是同一份输入。</a:t>
            </a:r>
          </a:p>
          <a:p xmlns:a="http://schemas.openxmlformats.org/drawingml/2006/main">
            <a:r>
              <a:t>来源：光大证券2017-05-01研报；本项目固定协议与公开研究证据。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建议用时：75秒</a:t>
            </a:r>
          </a:p>
          <a:p xmlns:a="http://schemas.openxmlformats.org/drawingml/2006/main">
            <a:r>
              <a:t>这里左边是原文图二十五，我们保留原图标题、图例和来源，右边是同主题的兼容实验。右图使用本次指数快照、部分历史窗口、零成本和下一开盘成交。我们没有把右图直接叫作原文的精确复制，因为仍缺Wind输入和作者完整交易规则。比较首先看三种方法是否都按定义实现，再看它们在明确设置下的相对表现。形状接近不等于完全复现，终值不同也不自动意味着公式错误，必须继续检查可以控制的因素。图中买入持有也按相同起点和成本重新建立账户，初始净值一致。右图的纵轴是账户净值除以初始资金，不是价格点数，也没有把原文终值作为归一化目标。对照时可以关注相对排序、回撤阶段和长期变化，避免只盯住最后一个数字。</a:t>
            </a:r>
          </a:p>
          <a:p xmlns:a="http://schemas.openxmlformats.org/drawingml/2006/main">
            <a:r>
              <a:t>来源：光大证券2017-05-01研报；本项目固定协议与公开研究证据。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建议用时：65秒</a:t>
            </a:r>
          </a:p>
          <a:p xmlns:a="http://schemas.openxmlformats.org/drawingml/2006/main">
            <a:r>
              <a:t>原表五的右偏价格优化策略报告年化百分之二十八点一九，夏普一点五六，最大回撤百分之二十二点三一。我们把原始二十行数据固定在审计记录中，同时给出本次统计。比较时先处理定义：原文回撤用负号，我们用正的损失幅度；成交笔数和已经完成的往返次数并不相同；原文也未完全写清持仓日统计方式。表格差值可以展示，但不能简单称为复现误差，更不能把发表后新时段数字填到原表里。我们自己的夏普统一用每日扣费收益、二百五十二日年化和零无风险收益率。最大回撤包含初始资金这个峰值。原文没有全部披露这些设置，所以即使年化收益接近，夏普或交易统计仍可能不同；需要比较定义才能解释。</a:t>
            </a:r>
          </a:p>
          <a:p xmlns:a="http://schemas.openxmlformats.org/drawingml/2006/main">
            <a:r>
              <a:t>来源：光大证券2017-05-01研报；本项目固定协议与公开研究证据。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建议用时：75秒</a:t>
            </a:r>
          </a:p>
          <a:p xmlns:a="http://schemas.openxmlformats.org/drawingml/2006/main">
            <a:r>
              <a:t>这里展示成本对照：本次共同区间内，信号和样本固定，仅改变每边费率。右图与原图二十六样本不同，只能对照成本作用，不能比较绝对终值。原图没有公开全部费用计提细节，所以仍不能宣称账户完全一致。其他对照分别改变暖机、标准化是否包含当日、标准差分母和均线索引。成交时点对照保持收盘t形成信号，比较下一开盘与下一收盘，因此都没有同日抢先交易。各个因素可能相互作用，不能把所有差值加起来，声称解释了原文全部差距。没有原Wind快照的剩余差异，也不能笼统归咎于数据源。共同区间里，纳入当前斜率和改用样本标准差恰好没有改变最终交易结果，这个零差异也保留。它说明小的数值变动未必跨过交易阈值，不能推断两种指标永远等价。均线索引和成交延后一日则产生可见变化。</a:t>
            </a:r>
          </a:p>
          <a:p xmlns:a="http://schemas.openxmlformats.org/drawingml/2006/main">
            <a:r>
              <a:t>来源：光大证券2017-05-01研报；本项目固定协议与公开研究证据。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建议用时：55秒</a:t>
            </a:r>
          </a:p>
          <a:p xmlns:a="http://schemas.openxmlformats.org/drawingml/2006/main">
            <a:r>
              <a:t>完成核心复现后，我们只改变一个主要因素：仓位大小。原信号买入时，过去二十日估计年化波动如果超过百分之十五，就降低投入比例；否则最多满仓。卖出信号仍是零仓位，现金不计利息，也不加杠杆。这是风险管理改进，不是新的择时预测。为了防止把单纯少买股票的效果说成创新收益，我们增加固定百分之七十五仓位对照，而且同样每日调整，费用照收。二十日窗口和百分之十五目标在正式运行前固定，百分之十和二十只检查附近敏感性。我们不会看到哪个目标最高就改口说那是主策略。波动管理在剧烈行情中降低仓位，也可能错失反弹，并且每天调整要支付额外费用。</a:t>
            </a:r>
          </a:p>
          <a:p xmlns:a="http://schemas.openxmlformats.org/drawingml/2006/main">
            <a:r>
              <a:t>来源：光大证券2017-05-01研报；本项目固定协议与公开研究证据。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建议用时：100秒</a:t>
            </a:r>
          </a:p>
          <a:p xmlns:a="http://schemas.openxmlformats.org/drawingml/2006/main">
            <a:r>
              <a:t>这是预先固定的主端点：沪深三百，发表后区间，每边十个基点。原右偏加均线策略年化为1.50%，最大回撤35.01%；百分之十五波动目标的年化为1.83%，最大回撤32.85%。所以我们用两个维度陈述：回撤下降2.16个百分点，年化增加0.32个百分点。但与固定百分之七十五仓位相比，波动目标的收益更高，最大回撤也更大，固定减仓的风险效果更直接。这个对照很重要，因为我们关心波动控制是否超出简单降仓；平均暴露和实际换手仍未完全匹配，配对收益差区间也跨零，因此不把差值解释成确定的alpha。所有结果都保留，不因为不够漂亮换掉基准或挑另一个参数。换手也支持这个谨慎解释。原策略年化换手约四点六一倍，波动目标提高到五点四六倍，固定七成五仓位约三点六五倍。波动控制不是免费获得风险改善，账户需要实际调仓；更复杂的操作只有带来清楚的增益才有意义。</a:t>
            </a:r>
          </a:p>
          <a:p xmlns:a="http://schemas.openxmlformats.org/drawingml/2006/main">
            <a:r>
              <a:t>来源：光大证券2017-05-01研报；本项目固定协议与公开研究证据。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建议用时：60秒</a:t>
            </a:r>
          </a:p>
          <a:p xmlns:a="http://schemas.openxmlformats.org/drawingml/2006/main">
            <a:r>
              <a:t>我们再看其他指数、其他阶段和费用水平，目的不是找出新的冠军，而是看结论是否依赖某一段市场。图中正负变化同时保留，收益改善与回撤改善分开呈现。三个指数相关，近期区间又包含在发表后区间中，所以不能把九组当作九次独立证据。我们还用二十日配对区块、一千次重采样描述差值的不确定性，但它不是新的市场，也没有重新生成完整OHLC交易。全部历史先前已经观察，所以整个研究仍是历史复核，而非未知样本上的成功证明。两组配对年化算术日收益差的百分之九十五区间都跨过零，所以这里没有给出稳健的收益优势结论。注意这个统计量是日收益差均值乘二百五十二，不是年化复合收益率的差。区分这两种口径也是报告核验的一部分。</a:t>
            </a:r>
          </a:p>
          <a:p xmlns:a="http://schemas.openxmlformats.org/drawingml/2006/main">
            <a:r>
              <a:t>来源：光大证券2017-05-01研报；本项目固定协议与公开研究证据。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建议用时：95秒</a:t>
            </a:r>
          </a:p>
          <a:p xmlns:a="http://schemas.openxmlformats.org/drawingml/2006/main">
            <a:r>
              <a:t>下面用约一分钟演示平台。首先进入Project二研究页，展示研究协议和原文定位。然后选择沪深三百与发表后区间，先看原右偏加均线，再切换百分之十五波动目标和固定百分之七十五对照，确认曲线和指标同时变化。接着打开核验和差异对照，说明这里读取的是同一份可下载证据。若课堂网络或重跑耗时不适合现场，我们使用已保留的固定快照结果；现场重跑有独立配置和输出，不覆盖正式证据。代码复用P1资金账本，材料的每个数字来自同一实验输出，组员可以从公式一路追到最终指标。现场还可以查看真实窗口的公式复算记录和日期边界，把公式与账户连接起来。提交材料保留原文定位、固定协议、代码、依赖、快照说明及数值输出；另一位同学可以先复核聚合证据，再用本地数据重跑。平台只是研究入口，最终证据来自保存的实际实验。</a:t>
            </a:r>
          </a:p>
          <a:p xmlns:a="http://schemas.openxmlformats.org/drawingml/2006/main">
            <a:r>
              <a:t>来源：光大证券2017-05-01研报；本项目固定协议与公开研究证据。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建议用时：45秒</a:t>
            </a:r>
          </a:p>
          <a:p xmlns:a="http://schemas.openxmlformats.org/drawingml/2006/main">
            <a:r>
              <a:t>我们的结论有三点。第一，RSRS核心公式和账户可以接入平台并逐层核验，但原始快照和口径缺失限制了精确复制。第二，暖机等设定应通过单因素实验解释，不能泛泛地说数据不同。第三，仓位改进要同时报告收益代价，并与简单降仓比较。下一步应使用真实ETF和冻结后的新增数据检验。谢谢大家，欢迎提问。</a:t>
            </a:r>
          </a:p>
          <a:p xmlns:a="http://schemas.openxmlformats.org/drawingml/2006/main">
            <a:r>
              <a:t>来源：光大证券2017-05-01研报；本项目固定协议与公开研究证据。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建议用时：0秒</a:t>
            </a:r>
          </a:p>
          <a:p xmlns:a="http://schemas.openxmlformats.org/drawingml/2006/main">
            <a:r>
              <a:t>如果被问到如何确认公式正确，可以从三个观测点手算。低价一二三，高价二三五，带截距OLS斜率一点五，截距三分之一，拟合优度二十七分之二十八。此前斜率一二三、当前四，按总体标准差标准化得到根号六。再说明实际策略各指标都保存，账本核验与公式核验是不同层。</a:t>
            </a:r>
          </a:p>
          <a:p xmlns:a="http://schemas.openxmlformats.org/drawingml/2006/main">
            <a:r>
              <a:t>来源：光大证券2017-05-01研报；本项目固定协议与公开研究证据。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建议用时：0秒</a:t>
            </a:r>
          </a:p>
          <a:p xmlns:a="http://schemas.openxmlformats.org/drawingml/2006/main">
            <a:r>
              <a:t>如果被问到是否达到实盘要求，答案是本次研究还不能据此直接交易。价格指数不是证券，ETF有跟踪误差、交易单位、分红和冲击；原始Wind数据和作者账户也未公开。测试通过说明我们检查过的公式和软件行为符合约定，不证明策略未来有效。所有历史已观察，下一步需要冻结规则后的新数据。</a:t>
            </a:r>
          </a:p>
          <a:p xmlns:a="http://schemas.openxmlformats.org/drawingml/2006/main">
            <a:r>
              <a:t>来源：光大证券2017-05-01研报；本项目固定协议与公开研究证据。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476612c6c24eb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38202ec28748b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38e82ce3b447f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9d0a66ac1c4f6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5b372d39e4475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0f3e7756074a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0E1A367-FE2D-430C-8CC9-6B9950E6B4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FC67579-AB11-4AD4-844A-AA48C7D0F46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0FA5CC9-E485-44CB-B673-0BF0E0EA70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6ECA825-6537-4E80-BC33-00F58B8FC2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05928AE-5DBC-4285-9D92-ADF6423524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830BAA9-B714-4449-A9BE-94C6623C86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4052959-5747-4D1A-AD84-D3D9585434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D9BB11C-3CCE-4756-AE83-3DD40773241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5D4232-9AC8-4E96-8423-DE0B5EBFD6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6AFF2B5-1A2C-4CD5-BE44-1339DE6684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67dc8e20e54495" /><Relationship Type="http://schemas.openxmlformats.org/officeDocument/2006/relationships/slideLayout" Target="/ppt/slideLayouts/slideLayout1.xml" Id="R3ee09a3ca8a54649" /><Relationship Type="http://schemas.openxmlformats.org/officeDocument/2006/relationships/slideLayout" Target="/ppt/slideLayouts/slideLayout2.xml" Id="Rf5ac3ad4863c4f95" /><Relationship Type="http://schemas.openxmlformats.org/officeDocument/2006/relationships/slideLayout" Target="/ppt/slideLayouts/slideLayout3.xml" Id="R828e412932fa4db4" /><Relationship Type="http://schemas.openxmlformats.org/officeDocument/2006/relationships/slideLayout" Target="/ppt/slideLayouts/slideLayout4.xml" Id="R589a73ec89d840e8" /><Relationship Type="http://schemas.openxmlformats.org/officeDocument/2006/relationships/slideLayout" Target="/ppt/slideLayouts/slideLayout5.xml" Id="R351c145a06b245c8" /><Relationship Type="http://schemas.openxmlformats.org/officeDocument/2006/relationships/slideLayout" Target="/ppt/slideLayouts/slideLayout6.xml" Id="Rc28df5f83b8840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e09a3ca8a54649"/>
    <p:sldLayoutId xmlns:r="http://schemas.openxmlformats.org/officeDocument/2006/relationships" id="2147483650" r:id="Rf5ac3ad4863c4f95"/>
    <p:sldLayoutId xmlns:r="http://schemas.openxmlformats.org/officeDocument/2006/relationships" id="2147483651" r:id="R828e412932fa4db4"/>
    <p:sldLayoutId xmlns:r="http://schemas.openxmlformats.org/officeDocument/2006/relationships" id="2147483652" r:id="R589a73ec89d840e8"/>
    <p:sldLayoutId xmlns:r="http://schemas.openxmlformats.org/officeDocument/2006/relationships" id="2147483653" r:id="R351c145a06b245c8"/>
    <p:sldLayoutId xmlns:r="http://schemas.openxmlformats.org/officeDocument/2006/relationships" id="2147483654" r:id="Rc28df5f83b8840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562ba8a0464d25" /><Relationship Type="http://schemas.openxmlformats.org/officeDocument/2006/relationships/notesSlide" Target="/ppt/notesSlides/notesSlide1.xml" Id="R03d6eabb60be4c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130c30be0d4e46" /><Relationship Type="http://schemas.openxmlformats.org/officeDocument/2006/relationships/notesSlide" Target="/ppt/notesSlides/notesSlide2.xml" Id="R106bb4c5d46641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f646725c3047df" /><Relationship Type="http://schemas.openxmlformats.org/officeDocument/2006/relationships/notesSlide" Target="/ppt/notesSlides/notesSlide3.xml" Id="R84e64971bbe344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295845dfab417f" /><Relationship Type="http://schemas.openxmlformats.org/officeDocument/2006/relationships/notesSlide" Target="/ppt/notesSlides/notesSlide4.xml" Id="R454b01f4483d4d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c25f7aa3124cd6" /><Relationship Type="http://schemas.openxmlformats.org/officeDocument/2006/relationships/notesSlide" Target="/ppt/notesSlides/notesSlide5.xml" Id="R309a28f295c040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b24b7d35844b85" /><Relationship Type="http://schemas.openxmlformats.org/officeDocument/2006/relationships/notesSlide" Target="/ppt/notesSlides/notesSlide6.xml" Id="R40acdbb2baa443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4b7067837c46b7" /><Relationship Type="http://schemas.openxmlformats.org/officeDocument/2006/relationships/image" Target="/ppt/media/image.png" Id="R9cd77b3a6fa54b24" /><Relationship Type="http://schemas.openxmlformats.org/officeDocument/2006/relationships/chart" Target="/ppt/slides/charts/chart1.xml" Id="R38b6d70c2c7748ef" /><Relationship Type="http://schemas.openxmlformats.org/officeDocument/2006/relationships/notesSlide" Target="/ppt/notesSlides/notesSlide7.xml" Id="R82778bcb56a440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0588c21f774152" /><Relationship Type="http://schemas.openxmlformats.org/officeDocument/2006/relationships/notesSlide" Target="/ppt/notesSlides/notesSlide8.xml" Id="Recc257f091764b0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2f5bf4b83844fd" /><Relationship Type="http://schemas.openxmlformats.org/officeDocument/2006/relationships/image" Target="/ppt/media/image2.png" Id="Rd0c253aeaa8043bd" /><Relationship Type="http://schemas.openxmlformats.org/officeDocument/2006/relationships/chart" Target="/ppt/slides/charts/chart2.xml" Id="R3facc7b8c9674a2b" /><Relationship Type="http://schemas.openxmlformats.org/officeDocument/2006/relationships/notesSlide" Target="/ppt/notesSlides/notesSlide9.xml" Id="R91fc7e262c834b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346736bf194f31" /><Relationship Type="http://schemas.openxmlformats.org/officeDocument/2006/relationships/notesSlide" Target="/ppt/notesSlides/notesSlide10.xml" Id="Rfdb58ec222d2499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53d84b207e459f" /><Relationship Type="http://schemas.openxmlformats.org/officeDocument/2006/relationships/notesSlide" Target="/ppt/notesSlides/notesSlide11.xml" Id="Ra3496a38e5ea413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338bb3b29149c7" /><Relationship Type="http://schemas.openxmlformats.org/officeDocument/2006/relationships/chart" Target="/ppt/slides/charts/chart3.xml" Id="R32c54b6cf993433b" /><Relationship Type="http://schemas.openxmlformats.org/officeDocument/2006/relationships/notesSlide" Target="/ppt/notesSlides/notesSlide12.xml" Id="R3b4c977049d1456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6ea7b60f474a13" /><Relationship Type="http://schemas.openxmlformats.org/officeDocument/2006/relationships/notesSlide" Target="/ppt/notesSlides/notesSlide13.xml" Id="R76cc9ccd6b3d46a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c58a7cf50941ab" /><Relationship Type="http://schemas.openxmlformats.org/officeDocument/2006/relationships/notesSlide" Target="/ppt/notesSlides/notesSlide14.xml" Id="R297ed1def35544c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8e8fa398714ec6" /><Relationship Type="http://schemas.openxmlformats.org/officeDocument/2006/relationships/notesSlide" Target="/ppt/notesSlides/notesSlide15.xml" Id="Rc140ed42aa7e4a6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6eb2f9144e410f" /><Relationship Type="http://schemas.openxmlformats.org/officeDocument/2006/relationships/notesSlide" Target="/ppt/notesSlides/notesSlide16.xml" Id="R35f4c41a26b24a2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标准分+MA</c:v>
          </c:tx>
          <c:spPr>
            <a:solidFill xmlns:a="http://schemas.openxmlformats.org/drawingml/2006/main">
              <a:srgbClr val="168579"/>
            </a:solidFill>
            <a:ln xmlns:a="http://schemas.openxmlformats.org/drawingml/2006/main" w="20003">
              <a:solidFill>
                <a:srgbClr val="168579"/>
              </a:solidFill>
            </a:ln>
          </c:spPr>
          <c:marker>
            <c:symbol val="none"/>
          </c:marker>
          <c:cat>
            <c:strRef>
              <c:f>'Chart Data'!$A$2:$A$136</c:f>
              <c:strCache>
                <c:ptCount val="135"/>
                <c:pt idx="0">
                  <c:v>2005-03-01</c:v>
                </c:pt>
                <c:pt idx="1">
                  <c:v>2005-03-31</c:v>
                </c:pt>
                <c:pt idx="2">
                  <c:v>2005-05-09</c:v>
                </c:pt>
                <c:pt idx="3">
                  <c:v>2005-06-08</c:v>
                </c:pt>
                <c:pt idx="4">
                  <c:v>2005-07-08</c:v>
                </c:pt>
                <c:pt idx="5">
                  <c:v>2005-08-09</c:v>
                </c:pt>
                <c:pt idx="6">
                  <c:v>2005-09-08</c:v>
                </c:pt>
                <c:pt idx="7">
                  <c:v>2005-10-17</c:v>
                </c:pt>
                <c:pt idx="8">
                  <c:v>2005-11-16</c:v>
                </c:pt>
                <c:pt idx="9">
                  <c:v>2005-12-16</c:v>
                </c:pt>
                <c:pt idx="10">
                  <c:v>2006-01-19</c:v>
                </c:pt>
                <c:pt idx="11">
                  <c:v>2006-03-01</c:v>
                </c:pt>
                <c:pt idx="12">
                  <c:v>2006-03-31</c:v>
                </c:pt>
                <c:pt idx="13">
                  <c:v>2006-05-09</c:v>
                </c:pt>
                <c:pt idx="14">
                  <c:v>2006-06-08</c:v>
                </c:pt>
                <c:pt idx="15">
                  <c:v>2006-07-10</c:v>
                </c:pt>
                <c:pt idx="16">
                  <c:v>2006-08-09</c:v>
                </c:pt>
                <c:pt idx="17">
                  <c:v>2006-09-08</c:v>
                </c:pt>
                <c:pt idx="18">
                  <c:v>2006-10-17</c:v>
                </c:pt>
                <c:pt idx="19">
                  <c:v>2006-11-16</c:v>
                </c:pt>
                <c:pt idx="20">
                  <c:v>2006-12-18</c:v>
                </c:pt>
                <c:pt idx="21">
                  <c:v>2007-01-22</c:v>
                </c:pt>
                <c:pt idx="22">
                  <c:v>2007-02-28</c:v>
                </c:pt>
                <c:pt idx="23">
                  <c:v>2007-03-30</c:v>
                </c:pt>
                <c:pt idx="24">
                  <c:v>2007-05-08</c:v>
                </c:pt>
                <c:pt idx="25">
                  <c:v>2007-06-07</c:v>
                </c:pt>
                <c:pt idx="26">
                  <c:v>2007-07-09</c:v>
                </c:pt>
                <c:pt idx="27">
                  <c:v>2007-08-08</c:v>
                </c:pt>
                <c:pt idx="28">
                  <c:v>2007-09-07</c:v>
                </c:pt>
                <c:pt idx="29">
                  <c:v>2007-10-16</c:v>
                </c:pt>
                <c:pt idx="30">
                  <c:v>2007-11-15</c:v>
                </c:pt>
                <c:pt idx="31">
                  <c:v>2007-12-17</c:v>
                </c:pt>
                <c:pt idx="32">
                  <c:v>2008-01-18</c:v>
                </c:pt>
                <c:pt idx="33">
                  <c:v>2008-02-26</c:v>
                </c:pt>
                <c:pt idx="34">
                  <c:v>2008-03-27</c:v>
                </c:pt>
                <c:pt idx="35">
                  <c:v>2008-04-29</c:v>
                </c:pt>
                <c:pt idx="36">
                  <c:v>2008-06-02</c:v>
                </c:pt>
                <c:pt idx="37">
                  <c:v>2008-07-03</c:v>
                </c:pt>
                <c:pt idx="38">
                  <c:v>2008-08-04</c:v>
                </c:pt>
                <c:pt idx="39">
                  <c:v>2008-09-03</c:v>
                </c:pt>
                <c:pt idx="40">
                  <c:v>2008-10-13</c:v>
                </c:pt>
                <c:pt idx="41">
                  <c:v>2008-11-12</c:v>
                </c:pt>
                <c:pt idx="42">
                  <c:v>2008-12-12</c:v>
                </c:pt>
                <c:pt idx="43">
                  <c:v>2009-01-15</c:v>
                </c:pt>
                <c:pt idx="44">
                  <c:v>2009-02-23</c:v>
                </c:pt>
                <c:pt idx="45">
                  <c:v>2009-03-25</c:v>
                </c:pt>
                <c:pt idx="46">
                  <c:v>2009-04-27</c:v>
                </c:pt>
                <c:pt idx="47">
                  <c:v>2009-06-01</c:v>
                </c:pt>
                <c:pt idx="48">
                  <c:v>2009-07-01</c:v>
                </c:pt>
                <c:pt idx="49">
                  <c:v>2009-07-31</c:v>
                </c:pt>
                <c:pt idx="50">
                  <c:v>2009-09-01</c:v>
                </c:pt>
                <c:pt idx="51">
                  <c:v>2009-10-09</c:v>
                </c:pt>
                <c:pt idx="52">
                  <c:v>2009-11-10</c:v>
                </c:pt>
                <c:pt idx="53">
                  <c:v>2009-12-10</c:v>
                </c:pt>
                <c:pt idx="54">
                  <c:v>2010-01-12</c:v>
                </c:pt>
                <c:pt idx="55">
                  <c:v>2010-02-11</c:v>
                </c:pt>
                <c:pt idx="56">
                  <c:v>2010-03-22</c:v>
                </c:pt>
                <c:pt idx="57">
                  <c:v>2010-04-22</c:v>
                </c:pt>
                <c:pt idx="58">
                  <c:v>2010-05-25</c:v>
                </c:pt>
                <c:pt idx="59">
                  <c:v>2010-06-29</c:v>
                </c:pt>
                <c:pt idx="60">
                  <c:v>2010-07-29</c:v>
                </c:pt>
                <c:pt idx="61">
                  <c:v>2010-08-30</c:v>
                </c:pt>
                <c:pt idx="62">
                  <c:v>2010-10-11</c:v>
                </c:pt>
                <c:pt idx="63">
                  <c:v>2010-11-10</c:v>
                </c:pt>
                <c:pt idx="64">
                  <c:v>2010-12-10</c:v>
                </c:pt>
                <c:pt idx="65">
                  <c:v>2011-01-12</c:v>
                </c:pt>
                <c:pt idx="66">
                  <c:v>2011-02-18</c:v>
                </c:pt>
                <c:pt idx="67">
                  <c:v>2011-03-22</c:v>
                </c:pt>
                <c:pt idx="68">
                  <c:v>2011-04-25</c:v>
                </c:pt>
                <c:pt idx="69">
                  <c:v>2011-05-26</c:v>
                </c:pt>
                <c:pt idx="70">
                  <c:v>2011-06-28</c:v>
                </c:pt>
                <c:pt idx="71">
                  <c:v>2011-07-28</c:v>
                </c:pt>
                <c:pt idx="72">
                  <c:v>2011-08-29</c:v>
                </c:pt>
                <c:pt idx="73">
                  <c:v>2011-09-29</c:v>
                </c:pt>
                <c:pt idx="74">
                  <c:v>2011-11-07</c:v>
                </c:pt>
                <c:pt idx="75">
                  <c:v>2011-12-07</c:v>
                </c:pt>
                <c:pt idx="76">
                  <c:v>2012-01-10</c:v>
                </c:pt>
                <c:pt idx="77">
                  <c:v>2012-02-16</c:v>
                </c:pt>
                <c:pt idx="78">
                  <c:v>2012-03-19</c:v>
                </c:pt>
                <c:pt idx="79">
                  <c:v>2012-04-23</c:v>
                </c:pt>
                <c:pt idx="80">
                  <c:v>2012-05-25</c:v>
                </c:pt>
                <c:pt idx="81">
                  <c:v>2012-06-27</c:v>
                </c:pt>
                <c:pt idx="82">
                  <c:v>2012-07-27</c:v>
                </c:pt>
                <c:pt idx="83">
                  <c:v>2012-08-28</c:v>
                </c:pt>
                <c:pt idx="84">
                  <c:v>2012-09-27</c:v>
                </c:pt>
                <c:pt idx="85">
                  <c:v>2012-11-05</c:v>
                </c:pt>
                <c:pt idx="86">
                  <c:v>2012-12-05</c:v>
                </c:pt>
                <c:pt idx="87">
                  <c:v>2013-01-09</c:v>
                </c:pt>
                <c:pt idx="88">
                  <c:v>2013-02-08</c:v>
                </c:pt>
                <c:pt idx="89">
                  <c:v>2013-03-19</c:v>
                </c:pt>
                <c:pt idx="90">
                  <c:v>2013-04-22</c:v>
                </c:pt>
                <c:pt idx="91">
                  <c:v>2013-05-27</c:v>
                </c:pt>
                <c:pt idx="92">
                  <c:v>2013-07-01</c:v>
                </c:pt>
                <c:pt idx="93">
                  <c:v>2013-07-31</c:v>
                </c:pt>
                <c:pt idx="94">
                  <c:v>2013-08-30</c:v>
                </c:pt>
                <c:pt idx="95">
                  <c:v>2013-10-10</c:v>
                </c:pt>
                <c:pt idx="96">
                  <c:v>2013-11-11</c:v>
                </c:pt>
                <c:pt idx="97">
                  <c:v>2013-12-11</c:v>
                </c:pt>
                <c:pt idx="98">
                  <c:v>2014-01-13</c:v>
                </c:pt>
                <c:pt idx="99">
                  <c:v>2014-02-19</c:v>
                </c:pt>
                <c:pt idx="100">
                  <c:v>2014-03-21</c:v>
                </c:pt>
                <c:pt idx="101">
                  <c:v>2014-04-23</c:v>
                </c:pt>
                <c:pt idx="102">
                  <c:v>2014-05-27</c:v>
                </c:pt>
                <c:pt idx="103">
                  <c:v>2014-06-27</c:v>
                </c:pt>
                <c:pt idx="104">
                  <c:v>2014-07-29</c:v>
                </c:pt>
                <c:pt idx="105">
                  <c:v>2014-08-28</c:v>
                </c:pt>
                <c:pt idx="106">
                  <c:v>2014-09-30</c:v>
                </c:pt>
                <c:pt idx="107">
                  <c:v>2014-11-06</c:v>
                </c:pt>
                <c:pt idx="108">
                  <c:v>2014-12-08</c:v>
                </c:pt>
                <c:pt idx="109">
                  <c:v>2015-01-09</c:v>
                </c:pt>
                <c:pt idx="110">
                  <c:v>2015-02-10</c:v>
                </c:pt>
                <c:pt idx="111">
                  <c:v>2015-03-19</c:v>
                </c:pt>
                <c:pt idx="112">
                  <c:v>2015-04-21</c:v>
                </c:pt>
                <c:pt idx="113">
                  <c:v>2015-05-22</c:v>
                </c:pt>
                <c:pt idx="114">
                  <c:v>2015-06-24</c:v>
                </c:pt>
                <c:pt idx="115">
                  <c:v>2015-07-24</c:v>
                </c:pt>
                <c:pt idx="116">
                  <c:v>2015-08-25</c:v>
                </c:pt>
                <c:pt idx="117">
                  <c:v>2015-09-28</c:v>
                </c:pt>
                <c:pt idx="118">
                  <c:v>2015-11-04</c:v>
                </c:pt>
                <c:pt idx="119">
                  <c:v>2015-12-04</c:v>
                </c:pt>
                <c:pt idx="120">
                  <c:v>2016-01-06</c:v>
                </c:pt>
                <c:pt idx="121">
                  <c:v>2016-02-05</c:v>
                </c:pt>
                <c:pt idx="122">
                  <c:v>2016-03-15</c:v>
                </c:pt>
                <c:pt idx="123">
                  <c:v>2016-04-15</c:v>
                </c:pt>
                <c:pt idx="124">
                  <c:v>2016-05-18</c:v>
                </c:pt>
                <c:pt idx="125">
                  <c:v>2016-06-21</c:v>
                </c:pt>
                <c:pt idx="126">
                  <c:v>2016-07-21</c:v>
                </c:pt>
                <c:pt idx="127">
                  <c:v>2016-08-22</c:v>
                </c:pt>
                <c:pt idx="128">
                  <c:v>2016-09-23</c:v>
                </c:pt>
                <c:pt idx="129">
                  <c:v>2016-11-01</c:v>
                </c:pt>
                <c:pt idx="130">
                  <c:v>2016-12-01</c:v>
                </c:pt>
                <c:pt idx="131">
                  <c:v>2017-01-03</c:v>
                </c:pt>
                <c:pt idx="132">
                  <c:v>2017-02-09</c:v>
                </c:pt>
                <c:pt idx="133">
                  <c:v>2017-03-13</c:v>
                </c:pt>
                <c:pt idx="134">
                  <c:v>2017-03-31</c:v>
                </c:pt>
              </c:strCache>
            </c:strRef>
          </c:cat>
          <c:val>
            <c:numRef>
              <c:f>'Chart Data'!$B$2:$B$136</c:f>
              <c:numCache>
                <c:formatCode>0.0</c:formatCode>
                <c:ptCount val="135"/>
                <c:pt idx="0">
                  <c:v>0.99670948</c:v>
                </c:pt>
                <c:pt idx="1">
                  <c:v>0.91237059</c:v>
                </c:pt>
                <c:pt idx="2">
                  <c:v>0.8803863</c:v>
                </c:pt>
                <c:pt idx="3">
                  <c:v>0.87709394</c:v>
                </c:pt>
                <c:pt idx="4">
                  <c:v>0.87804292</c:v>
                </c:pt>
                <c:pt idx="5">
                  <c:v>0.88422145</c:v>
                </c:pt>
                <c:pt idx="6">
                  <c:v>0.90524929</c:v>
                </c:pt>
                <c:pt idx="7">
                  <c:v>0.89984782</c:v>
                </c:pt>
                <c:pt idx="8">
                  <c:v>0.89984782</c:v>
                </c:pt>
                <c:pt idx="9">
                  <c:v>0.89984782</c:v>
                </c:pt>
                <c:pt idx="10">
                  <c:v>0.94500943</c:v>
                </c:pt>
                <c:pt idx="11">
                  <c:v>0.9979125</c:v>
                </c:pt>
                <c:pt idx="12">
                  <c:v>0.9979125</c:v>
                </c:pt>
                <c:pt idx="13">
                  <c:v>1.17612458</c:v>
                </c:pt>
                <c:pt idx="14">
                  <c:v>1.3158188</c:v>
                </c:pt>
                <c:pt idx="15">
                  <c:v>1.3158188</c:v>
                </c:pt>
                <c:pt idx="16">
                  <c:v>1.3158188</c:v>
                </c:pt>
                <c:pt idx="17">
                  <c:v>1.3158188</c:v>
                </c:pt>
                <c:pt idx="18">
                  <c:v>1.3158188</c:v>
                </c:pt>
                <c:pt idx="19">
                  <c:v>1.34676302</c:v>
                </c:pt>
                <c:pt idx="20">
                  <c:v>1.6830124</c:v>
                </c:pt>
                <c:pt idx="21">
                  <c:v>2.18823848</c:v>
                </c:pt>
                <c:pt idx="22">
                  <c:v>2.22007861</c:v>
                </c:pt>
                <c:pt idx="23">
                  <c:v>2.22007861</c:v>
                </c:pt>
                <c:pt idx="24">
                  <c:v>2.57110965</c:v>
                </c:pt>
                <c:pt idx="25">
                  <c:v>2.65406667</c:v>
                </c:pt>
                <c:pt idx="26">
                  <c:v>2.65406667</c:v>
                </c:pt>
                <c:pt idx="27">
                  <c:v>2.87350916</c:v>
                </c:pt>
                <c:pt idx="28">
                  <c:v>3.25928325</c:v>
                </c:pt>
                <c:pt idx="29">
                  <c:v>3.31758334</c:v>
                </c:pt>
                <c:pt idx="30">
                  <c:v>3.31758334</c:v>
                </c:pt>
                <c:pt idx="31">
                  <c:v>3.31758334</c:v>
                </c:pt>
                <c:pt idx="32">
                  <c:v>3.14173898</c:v>
                </c:pt>
                <c:pt idx="33">
                  <c:v>2.91019655</c:v>
                </c:pt>
                <c:pt idx="34">
                  <c:v>2.91019655</c:v>
                </c:pt>
                <c:pt idx="35">
                  <c:v>2.91019655</c:v>
                </c:pt>
                <c:pt idx="36">
                  <c:v>2.91019655</c:v>
                </c:pt>
                <c:pt idx="37">
                  <c:v>2.91019655</c:v>
                </c:pt>
                <c:pt idx="38">
                  <c:v>2.91019655</c:v>
                </c:pt>
                <c:pt idx="39">
                  <c:v>2.91019655</c:v>
                </c:pt>
                <c:pt idx="40">
                  <c:v>2.91019655</c:v>
                </c:pt>
                <c:pt idx="41">
                  <c:v>2.91019655</c:v>
                </c:pt>
                <c:pt idx="42">
                  <c:v>3.1649745</c:v>
                </c:pt>
                <c:pt idx="43">
                  <c:v>3.34003472</c:v>
                </c:pt>
                <c:pt idx="44">
                  <c:v>4.11847687</c:v>
                </c:pt>
                <c:pt idx="45">
                  <c:v>4.10284344</c:v>
                </c:pt>
                <c:pt idx="46">
                  <c:v>4.29413508</c:v>
                </c:pt>
                <c:pt idx="47">
                  <c:v>4.71106064</c:v>
                </c:pt>
                <c:pt idx="48">
                  <c:v>4.71106064</c:v>
                </c:pt>
                <c:pt idx="49">
                  <c:v>5.25473873</c:v>
                </c:pt>
                <c:pt idx="50">
                  <c:v>5.05085945</c:v>
                </c:pt>
                <c:pt idx="51">
                  <c:v>5.05085945</c:v>
                </c:pt>
                <c:pt idx="52">
                  <c:v>5.05085945</c:v>
                </c:pt>
                <c:pt idx="53">
                  <c:v>5.05085945</c:v>
                </c:pt>
                <c:pt idx="54">
                  <c:v>5.05085945</c:v>
                </c:pt>
                <c:pt idx="55">
                  <c:v>5.05085945</c:v>
                </c:pt>
                <c:pt idx="56">
                  <c:v>5.05085945</c:v>
                </c:pt>
                <c:pt idx="57">
                  <c:v>5.05085945</c:v>
                </c:pt>
                <c:pt idx="58">
                  <c:v>5.05085945</c:v>
                </c:pt>
                <c:pt idx="59">
                  <c:v>5.05085945</c:v>
                </c:pt>
                <c:pt idx="60">
                  <c:v>5.05085945</c:v>
                </c:pt>
                <c:pt idx="61">
                  <c:v>5.18938842</c:v>
                </c:pt>
                <c:pt idx="62">
                  <c:v>5.29710933</c:v>
                </c:pt>
                <c:pt idx="63">
                  <c:v>5.99801382</c:v>
                </c:pt>
                <c:pt idx="64">
                  <c:v>5.99801382</c:v>
                </c:pt>
                <c:pt idx="65">
                  <c:v>5.99801382</c:v>
                </c:pt>
                <c:pt idx="66">
                  <c:v>5.99801382</c:v>
                </c:pt>
                <c:pt idx="67">
                  <c:v>6.30110817</c:v>
                </c:pt>
                <c:pt idx="68">
                  <c:v>6.30110817</c:v>
                </c:pt>
                <c:pt idx="69">
                  <c:v>6.30110817</c:v>
                </c:pt>
                <c:pt idx="70">
                  <c:v>6.32863455</c:v>
                </c:pt>
                <c:pt idx="71">
                  <c:v>6.46749404</c:v>
                </c:pt>
                <c:pt idx="72">
                  <c:v>6.46749404</c:v>
                </c:pt>
                <c:pt idx="73">
                  <c:v>6.46749404</c:v>
                </c:pt>
                <c:pt idx="74">
                  <c:v>6.46749404</c:v>
                </c:pt>
                <c:pt idx="75">
                  <c:v>6.46749404</c:v>
                </c:pt>
                <c:pt idx="76">
                  <c:v>6.46749404</c:v>
                </c:pt>
                <c:pt idx="77">
                  <c:v>6.68372566</c:v>
                </c:pt>
                <c:pt idx="78">
                  <c:v>6.62131435</c:v>
                </c:pt>
                <c:pt idx="79">
                  <c:v>6.60280998</c:v>
                </c:pt>
                <c:pt idx="80">
                  <c:v>6.60280998</c:v>
                </c:pt>
                <c:pt idx="81">
                  <c:v>6.60280998</c:v>
                </c:pt>
                <c:pt idx="82">
                  <c:v>6.60280998</c:v>
                </c:pt>
                <c:pt idx="83">
                  <c:v>6.60280998</c:v>
                </c:pt>
                <c:pt idx="84">
                  <c:v>6.60280998</c:v>
                </c:pt>
                <c:pt idx="85">
                  <c:v>6.60280998</c:v>
                </c:pt>
                <c:pt idx="86">
                  <c:v>6.60280998</c:v>
                </c:pt>
                <c:pt idx="87">
                  <c:v>7.07000525</c:v>
                </c:pt>
                <c:pt idx="88">
                  <c:v>7.49278436</c:v>
                </c:pt>
                <c:pt idx="89">
                  <c:v>7.49278436</c:v>
                </c:pt>
                <c:pt idx="90">
                  <c:v>7.49278436</c:v>
                </c:pt>
                <c:pt idx="91">
                  <c:v>7.49278436</c:v>
                </c:pt>
                <c:pt idx="92">
                  <c:v>7.49278436</c:v>
                </c:pt>
                <c:pt idx="93">
                  <c:v>7.29207943</c:v>
                </c:pt>
                <c:pt idx="94">
                  <c:v>7.70070482</c:v>
                </c:pt>
                <c:pt idx="95">
                  <c:v>7.47539549</c:v>
                </c:pt>
                <c:pt idx="96">
                  <c:v>7.30076691</c:v>
                </c:pt>
                <c:pt idx="97">
                  <c:v>7.19478352</c:v>
                </c:pt>
                <c:pt idx="98">
                  <c:v>7.19478352</c:v>
                </c:pt>
                <c:pt idx="99">
                  <c:v>7.19478352</c:v>
                </c:pt>
                <c:pt idx="100">
                  <c:v>6.80030414</c:v>
                </c:pt>
                <c:pt idx="101">
                  <c:v>6.81006926</c:v>
                </c:pt>
                <c:pt idx="102">
                  <c:v>6.81006926</c:v>
                </c:pt>
                <c:pt idx="103">
                  <c:v>6.81006926</c:v>
                </c:pt>
                <c:pt idx="104">
                  <c:v>7.07815234</c:v>
                </c:pt>
                <c:pt idx="105">
                  <c:v>7.18247097</c:v>
                </c:pt>
                <c:pt idx="106">
                  <c:v>7.25718351</c:v>
                </c:pt>
                <c:pt idx="107">
                  <c:v>7.22905847</c:v>
                </c:pt>
                <c:pt idx="108">
                  <c:v>9.38332119</c:v>
                </c:pt>
                <c:pt idx="109">
                  <c:v>10.10245684</c:v>
                </c:pt>
                <c:pt idx="110">
                  <c:v>10.10245684</c:v>
                </c:pt>
                <c:pt idx="111">
                  <c:v>10.10245684</c:v>
                </c:pt>
                <c:pt idx="112">
                  <c:v>11.77935685</c:v>
                </c:pt>
                <c:pt idx="113">
                  <c:v>12.10462313</c:v>
                </c:pt>
                <c:pt idx="114">
                  <c:v>13.39143951</c:v>
                </c:pt>
                <c:pt idx="115">
                  <c:v>13.39143951</c:v>
                </c:pt>
                <c:pt idx="116">
                  <c:v>13.39143951</c:v>
                </c:pt>
                <c:pt idx="117">
                  <c:v>13.39143951</c:v>
                </c:pt>
                <c:pt idx="118">
                  <c:v>13.77353366</c:v>
                </c:pt>
                <c:pt idx="119">
                  <c:v>13.24746334</c:v>
                </c:pt>
                <c:pt idx="120">
                  <c:v>13.24746334</c:v>
                </c:pt>
                <c:pt idx="121">
                  <c:v>13.24746334</c:v>
                </c:pt>
                <c:pt idx="122">
                  <c:v>13.24746334</c:v>
                </c:pt>
                <c:pt idx="123">
                  <c:v>13.24746334</c:v>
                </c:pt>
                <c:pt idx="124">
                  <c:v>13.24746334</c:v>
                </c:pt>
                <c:pt idx="125">
                  <c:v>13.24746334</c:v>
                </c:pt>
                <c:pt idx="126">
                  <c:v>13.24746334</c:v>
                </c:pt>
                <c:pt idx="127">
                  <c:v>12.98826555</c:v>
                </c:pt>
                <c:pt idx="128">
                  <c:v>12.75035942</c:v>
                </c:pt>
                <c:pt idx="129">
                  <c:v>13.07491133</c:v>
                </c:pt>
                <c:pt idx="130">
                  <c:v>13.87671571</c:v>
                </c:pt>
                <c:pt idx="131">
                  <c:v>13.00944044</c:v>
                </c:pt>
                <c:pt idx="132">
                  <c:v>13.06226089</c:v>
                </c:pt>
                <c:pt idx="133">
                  <c:v>13.20144854</c:v>
                </c:pt>
                <c:pt idx="134">
                  <c:v>13.08732298</c:v>
                </c:pt>
              </c:numCache>
            </c:numRef>
          </c:val>
          <c:smooth val="0"/>
        </c:ser>
        <c:ser>
          <c:idx val="1"/>
          <c:order val="1"/>
          <c:tx>
            <c:v>修正分+MA</c:v>
          </c:tx>
          <c:spPr>
            <a:solidFill xmlns:a="http://schemas.openxmlformats.org/drawingml/2006/main">
              <a:srgbClr val="4669A1"/>
            </a:solidFill>
            <a:ln xmlns:a="http://schemas.openxmlformats.org/drawingml/2006/main" w="20003">
              <a:solidFill>
                <a:srgbClr val="4669A1"/>
              </a:solidFill>
            </a:ln>
          </c:spPr>
          <c:marker>
            <c:symbol val="none"/>
          </c:marker>
          <c:cat>
            <c:strRef>
              <c:f>'Chart Data'!$C$2:$C$136</c:f>
              <c:strCache>
                <c:ptCount val="135"/>
                <c:pt idx="0">
                  <c:v>2005-03-01</c:v>
                </c:pt>
                <c:pt idx="1">
                  <c:v>2005-03-31</c:v>
                </c:pt>
                <c:pt idx="2">
                  <c:v>2005-05-09</c:v>
                </c:pt>
                <c:pt idx="3">
                  <c:v>2005-06-08</c:v>
                </c:pt>
                <c:pt idx="4">
                  <c:v>2005-07-08</c:v>
                </c:pt>
                <c:pt idx="5">
                  <c:v>2005-08-09</c:v>
                </c:pt>
                <c:pt idx="6">
                  <c:v>2005-09-08</c:v>
                </c:pt>
                <c:pt idx="7">
                  <c:v>2005-10-17</c:v>
                </c:pt>
                <c:pt idx="8">
                  <c:v>2005-11-16</c:v>
                </c:pt>
                <c:pt idx="9">
                  <c:v>2005-12-16</c:v>
                </c:pt>
                <c:pt idx="10">
                  <c:v>2006-01-19</c:v>
                </c:pt>
                <c:pt idx="11">
                  <c:v>2006-03-01</c:v>
                </c:pt>
                <c:pt idx="12">
                  <c:v>2006-03-31</c:v>
                </c:pt>
                <c:pt idx="13">
                  <c:v>2006-05-09</c:v>
                </c:pt>
                <c:pt idx="14">
                  <c:v>2006-06-08</c:v>
                </c:pt>
                <c:pt idx="15">
                  <c:v>2006-07-10</c:v>
                </c:pt>
                <c:pt idx="16">
                  <c:v>2006-08-09</c:v>
                </c:pt>
                <c:pt idx="17">
                  <c:v>2006-09-08</c:v>
                </c:pt>
                <c:pt idx="18">
                  <c:v>2006-10-17</c:v>
                </c:pt>
                <c:pt idx="19">
                  <c:v>2006-11-16</c:v>
                </c:pt>
                <c:pt idx="20">
                  <c:v>2006-12-18</c:v>
                </c:pt>
                <c:pt idx="21">
                  <c:v>2007-01-22</c:v>
                </c:pt>
                <c:pt idx="22">
                  <c:v>2007-02-28</c:v>
                </c:pt>
                <c:pt idx="23">
                  <c:v>2007-03-30</c:v>
                </c:pt>
                <c:pt idx="24">
                  <c:v>2007-05-08</c:v>
                </c:pt>
                <c:pt idx="25">
                  <c:v>2007-06-07</c:v>
                </c:pt>
                <c:pt idx="26">
                  <c:v>2007-07-09</c:v>
                </c:pt>
                <c:pt idx="27">
                  <c:v>2007-08-08</c:v>
                </c:pt>
                <c:pt idx="28">
                  <c:v>2007-09-07</c:v>
                </c:pt>
                <c:pt idx="29">
                  <c:v>2007-10-16</c:v>
                </c:pt>
                <c:pt idx="30">
                  <c:v>2007-11-15</c:v>
                </c:pt>
                <c:pt idx="31">
                  <c:v>2007-12-17</c:v>
                </c:pt>
                <c:pt idx="32">
                  <c:v>2008-01-18</c:v>
                </c:pt>
                <c:pt idx="33">
                  <c:v>2008-02-26</c:v>
                </c:pt>
                <c:pt idx="34">
                  <c:v>2008-03-27</c:v>
                </c:pt>
                <c:pt idx="35">
                  <c:v>2008-04-29</c:v>
                </c:pt>
                <c:pt idx="36">
                  <c:v>2008-06-02</c:v>
                </c:pt>
                <c:pt idx="37">
                  <c:v>2008-07-03</c:v>
                </c:pt>
                <c:pt idx="38">
                  <c:v>2008-08-04</c:v>
                </c:pt>
                <c:pt idx="39">
                  <c:v>2008-09-03</c:v>
                </c:pt>
                <c:pt idx="40">
                  <c:v>2008-10-13</c:v>
                </c:pt>
                <c:pt idx="41">
                  <c:v>2008-11-12</c:v>
                </c:pt>
                <c:pt idx="42">
                  <c:v>2008-12-12</c:v>
                </c:pt>
                <c:pt idx="43">
                  <c:v>2009-01-15</c:v>
                </c:pt>
                <c:pt idx="44">
                  <c:v>2009-02-23</c:v>
                </c:pt>
                <c:pt idx="45">
                  <c:v>2009-03-25</c:v>
                </c:pt>
                <c:pt idx="46">
                  <c:v>2009-04-27</c:v>
                </c:pt>
                <c:pt idx="47">
                  <c:v>2009-06-01</c:v>
                </c:pt>
                <c:pt idx="48">
                  <c:v>2009-07-01</c:v>
                </c:pt>
                <c:pt idx="49">
                  <c:v>2009-07-31</c:v>
                </c:pt>
                <c:pt idx="50">
                  <c:v>2009-09-01</c:v>
                </c:pt>
                <c:pt idx="51">
                  <c:v>2009-10-09</c:v>
                </c:pt>
                <c:pt idx="52">
                  <c:v>2009-11-10</c:v>
                </c:pt>
                <c:pt idx="53">
                  <c:v>2009-12-10</c:v>
                </c:pt>
                <c:pt idx="54">
                  <c:v>2010-01-12</c:v>
                </c:pt>
                <c:pt idx="55">
                  <c:v>2010-02-11</c:v>
                </c:pt>
                <c:pt idx="56">
                  <c:v>2010-03-22</c:v>
                </c:pt>
                <c:pt idx="57">
                  <c:v>2010-04-22</c:v>
                </c:pt>
                <c:pt idx="58">
                  <c:v>2010-05-25</c:v>
                </c:pt>
                <c:pt idx="59">
                  <c:v>2010-06-29</c:v>
                </c:pt>
                <c:pt idx="60">
                  <c:v>2010-07-29</c:v>
                </c:pt>
                <c:pt idx="61">
                  <c:v>2010-08-30</c:v>
                </c:pt>
                <c:pt idx="62">
                  <c:v>2010-10-11</c:v>
                </c:pt>
                <c:pt idx="63">
                  <c:v>2010-11-10</c:v>
                </c:pt>
                <c:pt idx="64">
                  <c:v>2010-12-10</c:v>
                </c:pt>
                <c:pt idx="65">
                  <c:v>2011-01-12</c:v>
                </c:pt>
                <c:pt idx="66">
                  <c:v>2011-02-18</c:v>
                </c:pt>
                <c:pt idx="67">
                  <c:v>2011-03-22</c:v>
                </c:pt>
                <c:pt idx="68">
                  <c:v>2011-04-25</c:v>
                </c:pt>
                <c:pt idx="69">
                  <c:v>2011-05-26</c:v>
                </c:pt>
                <c:pt idx="70">
                  <c:v>2011-06-28</c:v>
                </c:pt>
                <c:pt idx="71">
                  <c:v>2011-07-28</c:v>
                </c:pt>
                <c:pt idx="72">
                  <c:v>2011-08-29</c:v>
                </c:pt>
                <c:pt idx="73">
                  <c:v>2011-09-29</c:v>
                </c:pt>
                <c:pt idx="74">
                  <c:v>2011-11-07</c:v>
                </c:pt>
                <c:pt idx="75">
                  <c:v>2011-12-07</c:v>
                </c:pt>
                <c:pt idx="76">
                  <c:v>2012-01-10</c:v>
                </c:pt>
                <c:pt idx="77">
                  <c:v>2012-02-16</c:v>
                </c:pt>
                <c:pt idx="78">
                  <c:v>2012-03-19</c:v>
                </c:pt>
                <c:pt idx="79">
                  <c:v>2012-04-23</c:v>
                </c:pt>
                <c:pt idx="80">
                  <c:v>2012-05-25</c:v>
                </c:pt>
                <c:pt idx="81">
                  <c:v>2012-06-27</c:v>
                </c:pt>
                <c:pt idx="82">
                  <c:v>2012-07-27</c:v>
                </c:pt>
                <c:pt idx="83">
                  <c:v>2012-08-28</c:v>
                </c:pt>
                <c:pt idx="84">
                  <c:v>2012-09-27</c:v>
                </c:pt>
                <c:pt idx="85">
                  <c:v>2012-11-05</c:v>
                </c:pt>
                <c:pt idx="86">
                  <c:v>2012-12-05</c:v>
                </c:pt>
                <c:pt idx="87">
                  <c:v>2013-01-09</c:v>
                </c:pt>
                <c:pt idx="88">
                  <c:v>2013-02-08</c:v>
                </c:pt>
                <c:pt idx="89">
                  <c:v>2013-03-19</c:v>
                </c:pt>
                <c:pt idx="90">
                  <c:v>2013-04-22</c:v>
                </c:pt>
                <c:pt idx="91">
                  <c:v>2013-05-27</c:v>
                </c:pt>
                <c:pt idx="92">
                  <c:v>2013-07-01</c:v>
                </c:pt>
                <c:pt idx="93">
                  <c:v>2013-07-31</c:v>
                </c:pt>
                <c:pt idx="94">
                  <c:v>2013-08-30</c:v>
                </c:pt>
                <c:pt idx="95">
                  <c:v>2013-10-10</c:v>
                </c:pt>
                <c:pt idx="96">
                  <c:v>2013-11-11</c:v>
                </c:pt>
                <c:pt idx="97">
                  <c:v>2013-12-11</c:v>
                </c:pt>
                <c:pt idx="98">
                  <c:v>2014-01-13</c:v>
                </c:pt>
                <c:pt idx="99">
                  <c:v>2014-02-19</c:v>
                </c:pt>
                <c:pt idx="100">
                  <c:v>2014-03-21</c:v>
                </c:pt>
                <c:pt idx="101">
                  <c:v>2014-04-23</c:v>
                </c:pt>
                <c:pt idx="102">
                  <c:v>2014-05-27</c:v>
                </c:pt>
                <c:pt idx="103">
                  <c:v>2014-06-27</c:v>
                </c:pt>
                <c:pt idx="104">
                  <c:v>2014-07-29</c:v>
                </c:pt>
                <c:pt idx="105">
                  <c:v>2014-08-28</c:v>
                </c:pt>
                <c:pt idx="106">
                  <c:v>2014-09-30</c:v>
                </c:pt>
                <c:pt idx="107">
                  <c:v>2014-11-06</c:v>
                </c:pt>
                <c:pt idx="108">
                  <c:v>2014-12-08</c:v>
                </c:pt>
                <c:pt idx="109">
                  <c:v>2015-01-09</c:v>
                </c:pt>
                <c:pt idx="110">
                  <c:v>2015-02-10</c:v>
                </c:pt>
                <c:pt idx="111">
                  <c:v>2015-03-19</c:v>
                </c:pt>
                <c:pt idx="112">
                  <c:v>2015-04-21</c:v>
                </c:pt>
                <c:pt idx="113">
                  <c:v>2015-05-22</c:v>
                </c:pt>
                <c:pt idx="114">
                  <c:v>2015-06-24</c:v>
                </c:pt>
                <c:pt idx="115">
                  <c:v>2015-07-24</c:v>
                </c:pt>
                <c:pt idx="116">
                  <c:v>2015-08-25</c:v>
                </c:pt>
                <c:pt idx="117">
                  <c:v>2015-09-28</c:v>
                </c:pt>
                <c:pt idx="118">
                  <c:v>2015-11-04</c:v>
                </c:pt>
                <c:pt idx="119">
                  <c:v>2015-12-04</c:v>
                </c:pt>
                <c:pt idx="120">
                  <c:v>2016-01-06</c:v>
                </c:pt>
                <c:pt idx="121">
                  <c:v>2016-02-05</c:v>
                </c:pt>
                <c:pt idx="122">
                  <c:v>2016-03-15</c:v>
                </c:pt>
                <c:pt idx="123">
                  <c:v>2016-04-15</c:v>
                </c:pt>
                <c:pt idx="124">
                  <c:v>2016-05-18</c:v>
                </c:pt>
                <c:pt idx="125">
                  <c:v>2016-06-21</c:v>
                </c:pt>
                <c:pt idx="126">
                  <c:v>2016-07-21</c:v>
                </c:pt>
                <c:pt idx="127">
                  <c:v>2016-08-22</c:v>
                </c:pt>
                <c:pt idx="128">
                  <c:v>2016-09-23</c:v>
                </c:pt>
                <c:pt idx="129">
                  <c:v>2016-11-01</c:v>
                </c:pt>
                <c:pt idx="130">
                  <c:v>2016-12-01</c:v>
                </c:pt>
                <c:pt idx="131">
                  <c:v>2017-01-03</c:v>
                </c:pt>
                <c:pt idx="132">
                  <c:v>2017-02-09</c:v>
                </c:pt>
                <c:pt idx="133">
                  <c:v>2017-03-13</c:v>
                </c:pt>
                <c:pt idx="134">
                  <c:v>2017-03-31</c:v>
                </c:pt>
              </c:strCache>
            </c:strRef>
          </c:cat>
          <c:val>
            <c:numRef>
              <c:f>'Chart Data'!$D$2:$D$136</c:f>
              <c:numCache>
                <c:formatCode>0.0</c:formatCode>
                <c:ptCount val="135"/>
                <c:pt idx="0">
                  <c:v>0.99670948</c:v>
                </c:pt>
                <c:pt idx="1">
                  <c:v>0.9946505</c:v>
                </c:pt>
                <c:pt idx="2">
                  <c:v>0.9946505</c:v>
                </c:pt>
                <c:pt idx="3">
                  <c:v>0.9946505</c:v>
                </c:pt>
                <c:pt idx="4">
                  <c:v>0.9946505</c:v>
                </c:pt>
                <c:pt idx="5">
                  <c:v>1.00164957</c:v>
                </c:pt>
                <c:pt idx="6">
                  <c:v>1.02546999</c:v>
                </c:pt>
                <c:pt idx="7">
                  <c:v>0.98921872</c:v>
                </c:pt>
                <c:pt idx="8">
                  <c:v>0.98921872</c:v>
                </c:pt>
                <c:pt idx="9">
                  <c:v>0.98921872</c:v>
                </c:pt>
                <c:pt idx="10">
                  <c:v>1.03886568</c:v>
                </c:pt>
                <c:pt idx="11">
                  <c:v>1.09702296</c:v>
                </c:pt>
                <c:pt idx="12">
                  <c:v>1.09702296</c:v>
                </c:pt>
                <c:pt idx="13">
                  <c:v>1.29293468</c:v>
                </c:pt>
                <c:pt idx="14">
                  <c:v>1.44650301</c:v>
                </c:pt>
                <c:pt idx="15">
                  <c:v>1.44650301</c:v>
                </c:pt>
                <c:pt idx="16">
                  <c:v>1.44650301</c:v>
                </c:pt>
                <c:pt idx="17">
                  <c:v>1.44650301</c:v>
                </c:pt>
                <c:pt idx="18">
                  <c:v>1.44650301</c:v>
                </c:pt>
                <c:pt idx="19">
                  <c:v>1.50321843</c:v>
                </c:pt>
                <c:pt idx="20">
                  <c:v>1.8785304</c:v>
                </c:pt>
                <c:pt idx="21">
                  <c:v>2.44244932</c:v>
                </c:pt>
                <c:pt idx="22">
                  <c:v>2.49466476</c:v>
                </c:pt>
                <c:pt idx="23">
                  <c:v>2.56932127</c:v>
                </c:pt>
                <c:pt idx="24">
                  <c:v>2.97557333</c:v>
                </c:pt>
                <c:pt idx="25">
                  <c:v>2.75032443</c:v>
                </c:pt>
                <c:pt idx="26">
                  <c:v>2.75032443</c:v>
                </c:pt>
                <c:pt idx="27">
                  <c:v>2.97772566</c:v>
                </c:pt>
                <c:pt idx="28">
                  <c:v>3.37749102</c:v>
                </c:pt>
                <c:pt idx="29">
                  <c:v>3.43790553</c:v>
                </c:pt>
                <c:pt idx="30">
                  <c:v>3.43790553</c:v>
                </c:pt>
                <c:pt idx="31">
                  <c:v>3.43790553</c:v>
                </c:pt>
                <c:pt idx="32">
                  <c:v>3.41812706</c:v>
                </c:pt>
                <c:pt idx="33">
                  <c:v>3.0221158</c:v>
                </c:pt>
                <c:pt idx="34">
                  <c:v>3.0221158</c:v>
                </c:pt>
                <c:pt idx="35">
                  <c:v>3.0221158</c:v>
                </c:pt>
                <c:pt idx="36">
                  <c:v>3.0221158</c:v>
                </c:pt>
                <c:pt idx="37">
                  <c:v>3.0221158</c:v>
                </c:pt>
                <c:pt idx="38">
                  <c:v>3.0221158</c:v>
                </c:pt>
                <c:pt idx="39">
                  <c:v>3.0221158</c:v>
                </c:pt>
                <c:pt idx="40">
                  <c:v>3.0221158</c:v>
                </c:pt>
                <c:pt idx="41">
                  <c:v>3.0221158</c:v>
                </c:pt>
                <c:pt idx="42">
                  <c:v>3.28669191</c:v>
                </c:pt>
                <c:pt idx="43">
                  <c:v>3.46848452</c:v>
                </c:pt>
                <c:pt idx="44">
                  <c:v>4.27686371</c:v>
                </c:pt>
                <c:pt idx="45">
                  <c:v>4.26062906</c:v>
                </c:pt>
                <c:pt idx="46">
                  <c:v>4.45927732</c:v>
                </c:pt>
                <c:pt idx="47">
                  <c:v>4.89223685</c:v>
                </c:pt>
                <c:pt idx="48">
                  <c:v>4.89223685</c:v>
                </c:pt>
                <c:pt idx="49">
                  <c:v>5.4568235</c:v>
                </c:pt>
                <c:pt idx="50">
                  <c:v>5.19970571</c:v>
                </c:pt>
                <c:pt idx="51">
                  <c:v>5.19970571</c:v>
                </c:pt>
                <c:pt idx="52">
                  <c:v>5.19970571</c:v>
                </c:pt>
                <c:pt idx="53">
                  <c:v>5.19970571</c:v>
                </c:pt>
                <c:pt idx="54">
                  <c:v>5.19970571</c:v>
                </c:pt>
                <c:pt idx="55">
                  <c:v>5.19970571</c:v>
                </c:pt>
                <c:pt idx="56">
                  <c:v>5.19970571</c:v>
                </c:pt>
                <c:pt idx="57">
                  <c:v>5.19970571</c:v>
                </c:pt>
                <c:pt idx="58">
                  <c:v>5.19970571</c:v>
                </c:pt>
                <c:pt idx="59">
                  <c:v>5.19970571</c:v>
                </c:pt>
                <c:pt idx="60">
                  <c:v>5.19970571</c:v>
                </c:pt>
                <c:pt idx="61">
                  <c:v>5.34231706</c:v>
                </c:pt>
                <c:pt idx="62">
                  <c:v>5.45321245</c:v>
                </c:pt>
                <c:pt idx="63">
                  <c:v>6.17477225</c:v>
                </c:pt>
                <c:pt idx="64">
                  <c:v>6.17477225</c:v>
                </c:pt>
                <c:pt idx="65">
                  <c:v>6.17477225</c:v>
                </c:pt>
                <c:pt idx="66">
                  <c:v>6.17477225</c:v>
                </c:pt>
                <c:pt idx="67">
                  <c:v>6.48679863</c:v>
                </c:pt>
                <c:pt idx="68">
                  <c:v>6.48679863</c:v>
                </c:pt>
                <c:pt idx="69">
                  <c:v>6.48679863</c:v>
                </c:pt>
                <c:pt idx="70">
                  <c:v>6.5151362</c:v>
                </c:pt>
                <c:pt idx="71">
                  <c:v>6.65808781</c:v>
                </c:pt>
                <c:pt idx="72">
                  <c:v>6.65808781</c:v>
                </c:pt>
                <c:pt idx="73">
                  <c:v>6.65808781</c:v>
                </c:pt>
                <c:pt idx="74">
                  <c:v>6.65808781</c:v>
                </c:pt>
                <c:pt idx="75">
                  <c:v>6.65808781</c:v>
                </c:pt>
                <c:pt idx="76">
                  <c:v>6.65808781</c:v>
                </c:pt>
                <c:pt idx="77">
                  <c:v>6.82196582</c:v>
                </c:pt>
                <c:pt idx="78">
                  <c:v>6.75826365</c:v>
                </c:pt>
                <c:pt idx="79">
                  <c:v>6.6966686</c:v>
                </c:pt>
                <c:pt idx="80">
                  <c:v>6.6120236</c:v>
                </c:pt>
                <c:pt idx="81">
                  <c:v>6.6778843</c:v>
                </c:pt>
                <c:pt idx="82">
                  <c:v>6.6778843</c:v>
                </c:pt>
                <c:pt idx="83">
                  <c:v>6.6778843</c:v>
                </c:pt>
                <c:pt idx="84">
                  <c:v>6.6778843</c:v>
                </c:pt>
                <c:pt idx="85">
                  <c:v>6.6778843</c:v>
                </c:pt>
                <c:pt idx="86">
                  <c:v>6.6778843</c:v>
                </c:pt>
                <c:pt idx="87">
                  <c:v>7.1503916</c:v>
                </c:pt>
                <c:pt idx="88">
                  <c:v>7.84557996</c:v>
                </c:pt>
                <c:pt idx="89">
                  <c:v>7.15025007</c:v>
                </c:pt>
                <c:pt idx="90">
                  <c:v>7.15025007</c:v>
                </c:pt>
                <c:pt idx="91">
                  <c:v>7.15025007</c:v>
                </c:pt>
                <c:pt idx="92">
                  <c:v>7.15025007</c:v>
                </c:pt>
                <c:pt idx="93">
                  <c:v>6.95872042</c:v>
                </c:pt>
                <c:pt idx="94">
                  <c:v>7.34231916</c:v>
                </c:pt>
                <c:pt idx="95">
                  <c:v>7.16544465</c:v>
                </c:pt>
                <c:pt idx="96">
                  <c:v>6.99593298</c:v>
                </c:pt>
                <c:pt idx="97">
                  <c:v>6.89437478</c:v>
                </c:pt>
                <c:pt idx="98">
                  <c:v>6.89437478</c:v>
                </c:pt>
                <c:pt idx="99">
                  <c:v>6.89437478</c:v>
                </c:pt>
                <c:pt idx="100">
                  <c:v>6.7148699</c:v>
                </c:pt>
                <c:pt idx="101">
                  <c:v>6.72451234</c:v>
                </c:pt>
                <c:pt idx="102">
                  <c:v>6.72451234</c:v>
                </c:pt>
                <c:pt idx="103">
                  <c:v>6.72451234</c:v>
                </c:pt>
                <c:pt idx="104">
                  <c:v>6.98922741</c:v>
                </c:pt>
                <c:pt idx="105">
                  <c:v>7.09223545</c:v>
                </c:pt>
                <c:pt idx="106">
                  <c:v>7.16600936</c:v>
                </c:pt>
                <c:pt idx="107">
                  <c:v>7.13823766</c:v>
                </c:pt>
                <c:pt idx="108">
                  <c:v>9.26543573</c:v>
                </c:pt>
                <c:pt idx="109">
                  <c:v>9.97553667</c:v>
                </c:pt>
                <c:pt idx="110">
                  <c:v>9.97553667</c:v>
                </c:pt>
                <c:pt idx="111">
                  <c:v>9.97553667</c:v>
                </c:pt>
                <c:pt idx="112">
                  <c:v>11.63136929</c:v>
                </c:pt>
                <c:pt idx="113">
                  <c:v>11.95254915</c:v>
                </c:pt>
                <c:pt idx="114">
                  <c:v>13.22319888</c:v>
                </c:pt>
                <c:pt idx="115">
                  <c:v>13.22319888</c:v>
                </c:pt>
                <c:pt idx="116">
                  <c:v>13.22319888</c:v>
                </c:pt>
                <c:pt idx="117">
                  <c:v>13.22319888</c:v>
                </c:pt>
                <c:pt idx="118">
                  <c:v>13.39934375</c:v>
                </c:pt>
                <c:pt idx="119">
                  <c:v>13.12737164</c:v>
                </c:pt>
                <c:pt idx="120">
                  <c:v>13.12737164</c:v>
                </c:pt>
                <c:pt idx="121">
                  <c:v>13.12737164</c:v>
                </c:pt>
                <c:pt idx="122">
                  <c:v>13.12737164</c:v>
                </c:pt>
                <c:pt idx="123">
                  <c:v>13.12737164</c:v>
                </c:pt>
                <c:pt idx="124">
                  <c:v>13.12737164</c:v>
                </c:pt>
                <c:pt idx="125">
                  <c:v>13.12737164</c:v>
                </c:pt>
                <c:pt idx="126">
                  <c:v>13.12737164</c:v>
                </c:pt>
                <c:pt idx="127">
                  <c:v>12.87052354</c:v>
                </c:pt>
                <c:pt idx="128">
                  <c:v>12.6347741</c:v>
                </c:pt>
                <c:pt idx="129">
                  <c:v>12.95638386</c:v>
                </c:pt>
                <c:pt idx="130">
                  <c:v>13.75091967</c:v>
                </c:pt>
                <c:pt idx="131">
                  <c:v>12.89150648</c:v>
                </c:pt>
                <c:pt idx="132">
                  <c:v>12.9438481</c:v>
                </c:pt>
                <c:pt idx="133">
                  <c:v>12.88067576</c:v>
                </c:pt>
                <c:pt idx="134">
                  <c:v>12.87303996</c:v>
                </c:pt>
              </c:numCache>
            </c:numRef>
          </c:val>
          <c:smooth val="0"/>
        </c:ser>
        <c:ser>
          <c:idx val="2"/>
          <c:order val="2"/>
          <c:tx>
            <c:v>右偏分+MA</c:v>
          </c:tx>
          <c:spPr>
            <a:solidFill xmlns:a="http://schemas.openxmlformats.org/drawingml/2006/main">
              <a:srgbClr val="B37A50"/>
            </a:solidFill>
            <a:ln xmlns:a="http://schemas.openxmlformats.org/drawingml/2006/main" w="20003">
              <a:solidFill>
                <a:srgbClr val="B37A50"/>
              </a:solidFill>
            </a:ln>
          </c:spPr>
          <c:marker>
            <c:symbol val="none"/>
          </c:marker>
          <c:cat>
            <c:strRef>
              <c:f>'Chart Data'!$E$2:$E$136</c:f>
              <c:strCache>
                <c:ptCount val="135"/>
                <c:pt idx="0">
                  <c:v>2005-03-01</c:v>
                </c:pt>
                <c:pt idx="1">
                  <c:v>2005-03-31</c:v>
                </c:pt>
                <c:pt idx="2">
                  <c:v>2005-05-09</c:v>
                </c:pt>
                <c:pt idx="3">
                  <c:v>2005-06-08</c:v>
                </c:pt>
                <c:pt idx="4">
                  <c:v>2005-07-08</c:v>
                </c:pt>
                <c:pt idx="5">
                  <c:v>2005-08-09</c:v>
                </c:pt>
                <c:pt idx="6">
                  <c:v>2005-09-08</c:v>
                </c:pt>
                <c:pt idx="7">
                  <c:v>2005-10-17</c:v>
                </c:pt>
                <c:pt idx="8">
                  <c:v>2005-11-16</c:v>
                </c:pt>
                <c:pt idx="9">
                  <c:v>2005-12-16</c:v>
                </c:pt>
                <c:pt idx="10">
                  <c:v>2006-01-19</c:v>
                </c:pt>
                <c:pt idx="11">
                  <c:v>2006-03-01</c:v>
                </c:pt>
                <c:pt idx="12">
                  <c:v>2006-03-31</c:v>
                </c:pt>
                <c:pt idx="13">
                  <c:v>2006-05-09</c:v>
                </c:pt>
                <c:pt idx="14">
                  <c:v>2006-06-08</c:v>
                </c:pt>
                <c:pt idx="15">
                  <c:v>2006-07-10</c:v>
                </c:pt>
                <c:pt idx="16">
                  <c:v>2006-08-09</c:v>
                </c:pt>
                <c:pt idx="17">
                  <c:v>2006-09-08</c:v>
                </c:pt>
                <c:pt idx="18">
                  <c:v>2006-10-17</c:v>
                </c:pt>
                <c:pt idx="19">
                  <c:v>2006-11-16</c:v>
                </c:pt>
                <c:pt idx="20">
                  <c:v>2006-12-18</c:v>
                </c:pt>
                <c:pt idx="21">
                  <c:v>2007-01-22</c:v>
                </c:pt>
                <c:pt idx="22">
                  <c:v>2007-02-28</c:v>
                </c:pt>
                <c:pt idx="23">
                  <c:v>2007-03-30</c:v>
                </c:pt>
                <c:pt idx="24">
                  <c:v>2007-05-08</c:v>
                </c:pt>
                <c:pt idx="25">
                  <c:v>2007-06-07</c:v>
                </c:pt>
                <c:pt idx="26">
                  <c:v>2007-07-09</c:v>
                </c:pt>
                <c:pt idx="27">
                  <c:v>2007-08-08</c:v>
                </c:pt>
                <c:pt idx="28">
                  <c:v>2007-09-07</c:v>
                </c:pt>
                <c:pt idx="29">
                  <c:v>2007-10-16</c:v>
                </c:pt>
                <c:pt idx="30">
                  <c:v>2007-11-15</c:v>
                </c:pt>
                <c:pt idx="31">
                  <c:v>2007-12-17</c:v>
                </c:pt>
                <c:pt idx="32">
                  <c:v>2008-01-18</c:v>
                </c:pt>
                <c:pt idx="33">
                  <c:v>2008-02-26</c:v>
                </c:pt>
                <c:pt idx="34">
                  <c:v>2008-03-27</c:v>
                </c:pt>
                <c:pt idx="35">
                  <c:v>2008-04-29</c:v>
                </c:pt>
                <c:pt idx="36">
                  <c:v>2008-06-02</c:v>
                </c:pt>
                <c:pt idx="37">
                  <c:v>2008-07-03</c:v>
                </c:pt>
                <c:pt idx="38">
                  <c:v>2008-08-04</c:v>
                </c:pt>
                <c:pt idx="39">
                  <c:v>2008-09-03</c:v>
                </c:pt>
                <c:pt idx="40">
                  <c:v>2008-10-13</c:v>
                </c:pt>
                <c:pt idx="41">
                  <c:v>2008-11-12</c:v>
                </c:pt>
                <c:pt idx="42">
                  <c:v>2008-12-12</c:v>
                </c:pt>
                <c:pt idx="43">
                  <c:v>2009-01-15</c:v>
                </c:pt>
                <c:pt idx="44">
                  <c:v>2009-02-23</c:v>
                </c:pt>
                <c:pt idx="45">
                  <c:v>2009-03-25</c:v>
                </c:pt>
                <c:pt idx="46">
                  <c:v>2009-04-27</c:v>
                </c:pt>
                <c:pt idx="47">
                  <c:v>2009-06-01</c:v>
                </c:pt>
                <c:pt idx="48">
                  <c:v>2009-07-01</c:v>
                </c:pt>
                <c:pt idx="49">
                  <c:v>2009-07-31</c:v>
                </c:pt>
                <c:pt idx="50">
                  <c:v>2009-09-01</c:v>
                </c:pt>
                <c:pt idx="51">
                  <c:v>2009-10-09</c:v>
                </c:pt>
                <c:pt idx="52">
                  <c:v>2009-11-10</c:v>
                </c:pt>
                <c:pt idx="53">
                  <c:v>2009-12-10</c:v>
                </c:pt>
                <c:pt idx="54">
                  <c:v>2010-01-12</c:v>
                </c:pt>
                <c:pt idx="55">
                  <c:v>2010-02-11</c:v>
                </c:pt>
                <c:pt idx="56">
                  <c:v>2010-03-22</c:v>
                </c:pt>
                <c:pt idx="57">
                  <c:v>2010-04-22</c:v>
                </c:pt>
                <c:pt idx="58">
                  <c:v>2010-05-25</c:v>
                </c:pt>
                <c:pt idx="59">
                  <c:v>2010-06-29</c:v>
                </c:pt>
                <c:pt idx="60">
                  <c:v>2010-07-29</c:v>
                </c:pt>
                <c:pt idx="61">
                  <c:v>2010-08-30</c:v>
                </c:pt>
                <c:pt idx="62">
                  <c:v>2010-10-11</c:v>
                </c:pt>
                <c:pt idx="63">
                  <c:v>2010-11-10</c:v>
                </c:pt>
                <c:pt idx="64">
                  <c:v>2010-12-10</c:v>
                </c:pt>
                <c:pt idx="65">
                  <c:v>2011-01-12</c:v>
                </c:pt>
                <c:pt idx="66">
                  <c:v>2011-02-18</c:v>
                </c:pt>
                <c:pt idx="67">
                  <c:v>2011-03-22</c:v>
                </c:pt>
                <c:pt idx="68">
                  <c:v>2011-04-25</c:v>
                </c:pt>
                <c:pt idx="69">
                  <c:v>2011-05-26</c:v>
                </c:pt>
                <c:pt idx="70">
                  <c:v>2011-06-28</c:v>
                </c:pt>
                <c:pt idx="71">
                  <c:v>2011-07-28</c:v>
                </c:pt>
                <c:pt idx="72">
                  <c:v>2011-08-29</c:v>
                </c:pt>
                <c:pt idx="73">
                  <c:v>2011-09-29</c:v>
                </c:pt>
                <c:pt idx="74">
                  <c:v>2011-11-07</c:v>
                </c:pt>
                <c:pt idx="75">
                  <c:v>2011-12-07</c:v>
                </c:pt>
                <c:pt idx="76">
                  <c:v>2012-01-10</c:v>
                </c:pt>
                <c:pt idx="77">
                  <c:v>2012-02-16</c:v>
                </c:pt>
                <c:pt idx="78">
                  <c:v>2012-03-19</c:v>
                </c:pt>
                <c:pt idx="79">
                  <c:v>2012-04-23</c:v>
                </c:pt>
                <c:pt idx="80">
                  <c:v>2012-05-25</c:v>
                </c:pt>
                <c:pt idx="81">
                  <c:v>2012-06-27</c:v>
                </c:pt>
                <c:pt idx="82">
                  <c:v>2012-07-27</c:v>
                </c:pt>
                <c:pt idx="83">
                  <c:v>2012-08-28</c:v>
                </c:pt>
                <c:pt idx="84">
                  <c:v>2012-09-27</c:v>
                </c:pt>
                <c:pt idx="85">
                  <c:v>2012-11-05</c:v>
                </c:pt>
                <c:pt idx="86">
                  <c:v>2012-12-05</c:v>
                </c:pt>
                <c:pt idx="87">
                  <c:v>2013-01-09</c:v>
                </c:pt>
                <c:pt idx="88">
                  <c:v>2013-02-08</c:v>
                </c:pt>
                <c:pt idx="89">
                  <c:v>2013-03-19</c:v>
                </c:pt>
                <c:pt idx="90">
                  <c:v>2013-04-22</c:v>
                </c:pt>
                <c:pt idx="91">
                  <c:v>2013-05-27</c:v>
                </c:pt>
                <c:pt idx="92">
                  <c:v>2013-07-01</c:v>
                </c:pt>
                <c:pt idx="93">
                  <c:v>2013-07-31</c:v>
                </c:pt>
                <c:pt idx="94">
                  <c:v>2013-08-30</c:v>
                </c:pt>
                <c:pt idx="95">
                  <c:v>2013-10-10</c:v>
                </c:pt>
                <c:pt idx="96">
                  <c:v>2013-11-11</c:v>
                </c:pt>
                <c:pt idx="97">
                  <c:v>2013-12-11</c:v>
                </c:pt>
                <c:pt idx="98">
                  <c:v>2014-01-13</c:v>
                </c:pt>
                <c:pt idx="99">
                  <c:v>2014-02-19</c:v>
                </c:pt>
                <c:pt idx="100">
                  <c:v>2014-03-21</c:v>
                </c:pt>
                <c:pt idx="101">
                  <c:v>2014-04-23</c:v>
                </c:pt>
                <c:pt idx="102">
                  <c:v>2014-05-27</c:v>
                </c:pt>
                <c:pt idx="103">
                  <c:v>2014-06-27</c:v>
                </c:pt>
                <c:pt idx="104">
                  <c:v>2014-07-29</c:v>
                </c:pt>
                <c:pt idx="105">
                  <c:v>2014-08-28</c:v>
                </c:pt>
                <c:pt idx="106">
                  <c:v>2014-09-30</c:v>
                </c:pt>
                <c:pt idx="107">
                  <c:v>2014-11-06</c:v>
                </c:pt>
                <c:pt idx="108">
                  <c:v>2014-12-08</c:v>
                </c:pt>
                <c:pt idx="109">
                  <c:v>2015-01-09</c:v>
                </c:pt>
                <c:pt idx="110">
                  <c:v>2015-02-10</c:v>
                </c:pt>
                <c:pt idx="111">
                  <c:v>2015-03-19</c:v>
                </c:pt>
                <c:pt idx="112">
                  <c:v>2015-04-21</c:v>
                </c:pt>
                <c:pt idx="113">
                  <c:v>2015-05-22</c:v>
                </c:pt>
                <c:pt idx="114">
                  <c:v>2015-06-24</c:v>
                </c:pt>
                <c:pt idx="115">
                  <c:v>2015-07-24</c:v>
                </c:pt>
                <c:pt idx="116">
                  <c:v>2015-08-25</c:v>
                </c:pt>
                <c:pt idx="117">
                  <c:v>2015-09-28</c:v>
                </c:pt>
                <c:pt idx="118">
                  <c:v>2015-11-04</c:v>
                </c:pt>
                <c:pt idx="119">
                  <c:v>2015-12-04</c:v>
                </c:pt>
                <c:pt idx="120">
                  <c:v>2016-01-06</c:v>
                </c:pt>
                <c:pt idx="121">
                  <c:v>2016-02-05</c:v>
                </c:pt>
                <c:pt idx="122">
                  <c:v>2016-03-15</c:v>
                </c:pt>
                <c:pt idx="123">
                  <c:v>2016-04-15</c:v>
                </c:pt>
                <c:pt idx="124">
                  <c:v>2016-05-18</c:v>
                </c:pt>
                <c:pt idx="125">
                  <c:v>2016-06-21</c:v>
                </c:pt>
                <c:pt idx="126">
                  <c:v>2016-07-21</c:v>
                </c:pt>
                <c:pt idx="127">
                  <c:v>2016-08-22</c:v>
                </c:pt>
                <c:pt idx="128">
                  <c:v>2016-09-23</c:v>
                </c:pt>
                <c:pt idx="129">
                  <c:v>2016-11-01</c:v>
                </c:pt>
                <c:pt idx="130">
                  <c:v>2016-12-01</c:v>
                </c:pt>
                <c:pt idx="131">
                  <c:v>2017-01-03</c:v>
                </c:pt>
                <c:pt idx="132">
                  <c:v>2017-02-09</c:v>
                </c:pt>
                <c:pt idx="133">
                  <c:v>2017-03-13</c:v>
                </c:pt>
                <c:pt idx="134">
                  <c:v>2017-03-31</c:v>
                </c:pt>
              </c:strCache>
            </c:strRef>
          </c:cat>
          <c:val>
            <c:numRef>
              <c:f>'Chart Data'!$F$2:$F$136</c:f>
              <c:numCache>
                <c:formatCode>0.0</c:formatCode>
                <c:ptCount val="135"/>
                <c:pt idx="0">
                  <c:v>0.99670948</c:v>
                </c:pt>
                <c:pt idx="1">
                  <c:v>0.88729225</c:v>
                </c:pt>
                <c:pt idx="2">
                  <c:v>0.85618711</c:v>
                </c:pt>
                <c:pt idx="3">
                  <c:v>0.85298525</c:v>
                </c:pt>
                <c:pt idx="4">
                  <c:v>0.86024594</c:v>
                </c:pt>
                <c:pt idx="5">
                  <c:v>0.88458143</c:v>
                </c:pt>
                <c:pt idx="6">
                  <c:v>0.90561784</c:v>
                </c:pt>
                <c:pt idx="7">
                  <c:v>0.89372028</c:v>
                </c:pt>
                <c:pt idx="8">
                  <c:v>0.89372028</c:v>
                </c:pt>
                <c:pt idx="9">
                  <c:v>0.89372028</c:v>
                </c:pt>
                <c:pt idx="10">
                  <c:v>0.93857437</c:v>
                </c:pt>
                <c:pt idx="11">
                  <c:v>0.99986643</c:v>
                </c:pt>
                <c:pt idx="12">
                  <c:v>0.99541045</c:v>
                </c:pt>
                <c:pt idx="13">
                  <c:v>1.1741376</c:v>
                </c:pt>
                <c:pt idx="14">
                  <c:v>1.30533114</c:v>
                </c:pt>
                <c:pt idx="15">
                  <c:v>1.30533114</c:v>
                </c:pt>
                <c:pt idx="16">
                  <c:v>1.26102198</c:v>
                </c:pt>
                <c:pt idx="17">
                  <c:v>1.26102198</c:v>
                </c:pt>
                <c:pt idx="18">
                  <c:v>1.26102198</c:v>
                </c:pt>
                <c:pt idx="19">
                  <c:v>1.29408972</c:v>
                </c:pt>
                <c:pt idx="20">
                  <c:v>1.61718804</c:v>
                </c:pt>
                <c:pt idx="21">
                  <c:v>2.1026542</c:v>
                </c:pt>
                <c:pt idx="22">
                  <c:v>2.1476054</c:v>
                </c:pt>
                <c:pt idx="23">
                  <c:v>2.20532624</c:v>
                </c:pt>
                <c:pt idx="24">
                  <c:v>2.6289334</c:v>
                </c:pt>
                <c:pt idx="25">
                  <c:v>2.42992491</c:v>
                </c:pt>
                <c:pt idx="26">
                  <c:v>2.42992491</c:v>
                </c:pt>
                <c:pt idx="27">
                  <c:v>2.63083499</c:v>
                </c:pt>
                <c:pt idx="28">
                  <c:v>2.98402962</c:v>
                </c:pt>
                <c:pt idx="29">
                  <c:v>3.11326379</c:v>
                </c:pt>
                <c:pt idx="30">
                  <c:v>3.11326379</c:v>
                </c:pt>
                <c:pt idx="31">
                  <c:v>3.11326379</c:v>
                </c:pt>
                <c:pt idx="32">
                  <c:v>2.99320331</c:v>
                </c:pt>
                <c:pt idx="33">
                  <c:v>2.77260778</c:v>
                </c:pt>
                <c:pt idx="34">
                  <c:v>2.77260778</c:v>
                </c:pt>
                <c:pt idx="35">
                  <c:v>2.77260778</c:v>
                </c:pt>
                <c:pt idx="36">
                  <c:v>2.77260778</c:v>
                </c:pt>
                <c:pt idx="37">
                  <c:v>2.77260778</c:v>
                </c:pt>
                <c:pt idx="38">
                  <c:v>2.77260778</c:v>
                </c:pt>
                <c:pt idx="39">
                  <c:v>2.77260778</c:v>
                </c:pt>
                <c:pt idx="40">
                  <c:v>2.77260778</c:v>
                </c:pt>
                <c:pt idx="41">
                  <c:v>2.77260778</c:v>
                </c:pt>
                <c:pt idx="42">
                  <c:v>2.80935157</c:v>
                </c:pt>
                <c:pt idx="43">
                  <c:v>2.80145538</c:v>
                </c:pt>
                <c:pt idx="44">
                  <c:v>3.45437403</c:v>
                </c:pt>
                <c:pt idx="45">
                  <c:v>3.44126149</c:v>
                </c:pt>
                <c:pt idx="46">
                  <c:v>3.60170742</c:v>
                </c:pt>
                <c:pt idx="47">
                  <c:v>3.91659475</c:v>
                </c:pt>
                <c:pt idx="48">
                  <c:v>3.91659475</c:v>
                </c:pt>
                <c:pt idx="49">
                  <c:v>4.30343642</c:v>
                </c:pt>
                <c:pt idx="50">
                  <c:v>4.21221964</c:v>
                </c:pt>
                <c:pt idx="51">
                  <c:v>4.21221964</c:v>
                </c:pt>
                <c:pt idx="52">
                  <c:v>4.21221964</c:v>
                </c:pt>
                <c:pt idx="53">
                  <c:v>4.21221964</c:v>
                </c:pt>
                <c:pt idx="54">
                  <c:v>4.21221964</c:v>
                </c:pt>
                <c:pt idx="55">
                  <c:v>4.21221964</c:v>
                </c:pt>
                <c:pt idx="56">
                  <c:v>4.21221964</c:v>
                </c:pt>
                <c:pt idx="57">
                  <c:v>4.21221964</c:v>
                </c:pt>
                <c:pt idx="58">
                  <c:v>4.21221964</c:v>
                </c:pt>
                <c:pt idx="59">
                  <c:v>4.21221964</c:v>
                </c:pt>
                <c:pt idx="60">
                  <c:v>4.21221964</c:v>
                </c:pt>
                <c:pt idx="61">
                  <c:v>4.34927735</c:v>
                </c:pt>
                <c:pt idx="62">
                  <c:v>4.6743754</c:v>
                </c:pt>
                <c:pt idx="63">
                  <c:v>5.27311142</c:v>
                </c:pt>
                <c:pt idx="64">
                  <c:v>5.27311142</c:v>
                </c:pt>
                <c:pt idx="65">
                  <c:v>5.27311142</c:v>
                </c:pt>
                <c:pt idx="66">
                  <c:v>5.27311142</c:v>
                </c:pt>
                <c:pt idx="67">
                  <c:v>5.20104149</c:v>
                </c:pt>
                <c:pt idx="68">
                  <c:v>5.24398329</c:v>
                </c:pt>
                <c:pt idx="69">
                  <c:v>4.8633811</c:v>
                </c:pt>
                <c:pt idx="70">
                  <c:v>4.88462678</c:v>
                </c:pt>
                <c:pt idx="71">
                  <c:v>4.98703319</c:v>
                </c:pt>
                <c:pt idx="72">
                  <c:v>4.98703319</c:v>
                </c:pt>
                <c:pt idx="73">
                  <c:v>4.98703319</c:v>
                </c:pt>
                <c:pt idx="74">
                  <c:v>4.98703319</c:v>
                </c:pt>
                <c:pt idx="75">
                  <c:v>4.98703319</c:v>
                </c:pt>
                <c:pt idx="76">
                  <c:v>4.98703319</c:v>
                </c:pt>
                <c:pt idx="77">
                  <c:v>5.22218609</c:v>
                </c:pt>
                <c:pt idx="78">
                  <c:v>5.2896235</c:v>
                </c:pt>
                <c:pt idx="79">
                  <c:v>5.2414137</c:v>
                </c:pt>
                <c:pt idx="80">
                  <c:v>5.17516292</c:v>
                </c:pt>
                <c:pt idx="81">
                  <c:v>5.2758464</c:v>
                </c:pt>
                <c:pt idx="82">
                  <c:v>5.2758464</c:v>
                </c:pt>
                <c:pt idx="83">
                  <c:v>5.2758464</c:v>
                </c:pt>
                <c:pt idx="84">
                  <c:v>5.2758464</c:v>
                </c:pt>
                <c:pt idx="85">
                  <c:v>5.2758464</c:v>
                </c:pt>
                <c:pt idx="86">
                  <c:v>5.2758464</c:v>
                </c:pt>
                <c:pt idx="87">
                  <c:v>5.64914966</c:v>
                </c:pt>
                <c:pt idx="88">
                  <c:v>5.76351333</c:v>
                </c:pt>
                <c:pt idx="89">
                  <c:v>5.76351333</c:v>
                </c:pt>
                <c:pt idx="90">
                  <c:v>5.76351333</c:v>
                </c:pt>
                <c:pt idx="91">
                  <c:v>5.76351333</c:v>
                </c:pt>
                <c:pt idx="92">
                  <c:v>5.76351333</c:v>
                </c:pt>
                <c:pt idx="93">
                  <c:v>5.6091294</c:v>
                </c:pt>
                <c:pt idx="94">
                  <c:v>5.91833208</c:v>
                </c:pt>
                <c:pt idx="95">
                  <c:v>6.21351845</c:v>
                </c:pt>
                <c:pt idx="96">
                  <c:v>6.06652633</c:v>
                </c:pt>
                <c:pt idx="97">
                  <c:v>6.06652633</c:v>
                </c:pt>
                <c:pt idx="98">
                  <c:v>6.06652633</c:v>
                </c:pt>
                <c:pt idx="99">
                  <c:v>6.06652633</c:v>
                </c:pt>
                <c:pt idx="100">
                  <c:v>5.73390763</c:v>
                </c:pt>
                <c:pt idx="101">
                  <c:v>5.74214142</c:v>
                </c:pt>
                <c:pt idx="102">
                  <c:v>5.74214142</c:v>
                </c:pt>
                <c:pt idx="103">
                  <c:v>5.74214142</c:v>
                </c:pt>
                <c:pt idx="104">
                  <c:v>5.96818478</c:v>
                </c:pt>
                <c:pt idx="105">
                  <c:v>6.08983349</c:v>
                </c:pt>
                <c:pt idx="106">
                  <c:v>6.11641041</c:v>
                </c:pt>
                <c:pt idx="107">
                  <c:v>6.28068561</c:v>
                </c:pt>
                <c:pt idx="108">
                  <c:v>8.15233278</c:v>
                </c:pt>
                <c:pt idx="109">
                  <c:v>8.23648645</c:v>
                </c:pt>
                <c:pt idx="110">
                  <c:v>7.91187777</c:v>
                </c:pt>
                <c:pt idx="111">
                  <c:v>8.91696172</c:v>
                </c:pt>
                <c:pt idx="112">
                  <c:v>10.72699529</c:v>
                </c:pt>
                <c:pt idx="113">
                  <c:v>11.49841115</c:v>
                </c:pt>
                <c:pt idx="114">
                  <c:v>12.43352472</c:v>
                </c:pt>
                <c:pt idx="115">
                  <c:v>12.43352472</c:v>
                </c:pt>
                <c:pt idx="116">
                  <c:v>12.43352472</c:v>
                </c:pt>
                <c:pt idx="117">
                  <c:v>12.43352472</c:v>
                </c:pt>
                <c:pt idx="118">
                  <c:v>12.85885268</c:v>
                </c:pt>
                <c:pt idx="119">
                  <c:v>13.44964107</c:v>
                </c:pt>
                <c:pt idx="120">
                  <c:v>13.44964107</c:v>
                </c:pt>
                <c:pt idx="121">
                  <c:v>13.44964107</c:v>
                </c:pt>
                <c:pt idx="122">
                  <c:v>13.44964107</c:v>
                </c:pt>
                <c:pt idx="123">
                  <c:v>13.44964107</c:v>
                </c:pt>
                <c:pt idx="124">
                  <c:v>13.44964107</c:v>
                </c:pt>
                <c:pt idx="125">
                  <c:v>13.44964107</c:v>
                </c:pt>
                <c:pt idx="126">
                  <c:v>13.44964107</c:v>
                </c:pt>
                <c:pt idx="127">
                  <c:v>13.1864875</c:v>
                </c:pt>
                <c:pt idx="128">
                  <c:v>12.94495054</c:v>
                </c:pt>
                <c:pt idx="129">
                  <c:v>13.27445564</c:v>
                </c:pt>
                <c:pt idx="130">
                  <c:v>14.08849685</c:v>
                </c:pt>
                <c:pt idx="131">
                  <c:v>13.20798556</c:v>
                </c:pt>
                <c:pt idx="132">
                  <c:v>13.28476997</c:v>
                </c:pt>
                <c:pt idx="133">
                  <c:v>13.3406308</c:v>
                </c:pt>
                <c:pt idx="134">
                  <c:v>13.33272232</c:v>
                </c:pt>
              </c:numCache>
            </c:numRef>
          </c:val>
          <c:smooth val="0"/>
        </c:ser>
        <c:ser>
          <c:idx val="3"/>
          <c:order val="3"/>
          <c:tx>
            <c:v>买入持有</c:v>
          </c:tx>
          <c:spPr>
            <a:solidFill xmlns:a="http://schemas.openxmlformats.org/drawingml/2006/main">
              <a:srgbClr val="8A9099"/>
            </a:solidFill>
            <a:ln xmlns:a="http://schemas.openxmlformats.org/drawingml/2006/main" w="20003">
              <a:solidFill>
                <a:srgbClr val="8A9099"/>
              </a:solidFill>
            </a:ln>
          </c:spPr>
          <c:marker>
            <c:symbol val="none"/>
          </c:marker>
          <c:cat>
            <c:strRef>
              <c:f>'Chart Data'!$G$2:$G$136</c:f>
              <c:strCache>
                <c:ptCount val="135"/>
                <c:pt idx="0">
                  <c:v>2005-03-01</c:v>
                </c:pt>
                <c:pt idx="1">
                  <c:v>2005-03-31</c:v>
                </c:pt>
                <c:pt idx="2">
                  <c:v>2005-05-09</c:v>
                </c:pt>
                <c:pt idx="3">
                  <c:v>2005-06-08</c:v>
                </c:pt>
                <c:pt idx="4">
                  <c:v>2005-07-08</c:v>
                </c:pt>
                <c:pt idx="5">
                  <c:v>2005-08-09</c:v>
                </c:pt>
                <c:pt idx="6">
                  <c:v>2005-09-08</c:v>
                </c:pt>
                <c:pt idx="7">
                  <c:v>2005-10-17</c:v>
                </c:pt>
                <c:pt idx="8">
                  <c:v>2005-11-16</c:v>
                </c:pt>
                <c:pt idx="9">
                  <c:v>2005-12-16</c:v>
                </c:pt>
                <c:pt idx="10">
                  <c:v>2006-01-19</c:v>
                </c:pt>
                <c:pt idx="11">
                  <c:v>2006-03-01</c:v>
                </c:pt>
                <c:pt idx="12">
                  <c:v>2006-03-31</c:v>
                </c:pt>
                <c:pt idx="13">
                  <c:v>2006-05-09</c:v>
                </c:pt>
                <c:pt idx="14">
                  <c:v>2006-06-08</c:v>
                </c:pt>
                <c:pt idx="15">
                  <c:v>2006-07-10</c:v>
                </c:pt>
                <c:pt idx="16">
                  <c:v>2006-08-09</c:v>
                </c:pt>
                <c:pt idx="17">
                  <c:v>2006-09-08</c:v>
                </c:pt>
                <c:pt idx="18">
                  <c:v>2006-10-17</c:v>
                </c:pt>
                <c:pt idx="19">
                  <c:v>2006-11-16</c:v>
                </c:pt>
                <c:pt idx="20">
                  <c:v>2006-12-18</c:v>
                </c:pt>
                <c:pt idx="21">
                  <c:v>2007-01-22</c:v>
                </c:pt>
                <c:pt idx="22">
                  <c:v>2007-02-28</c:v>
                </c:pt>
                <c:pt idx="23">
                  <c:v>2007-03-30</c:v>
                </c:pt>
                <c:pt idx="24">
                  <c:v>2007-05-08</c:v>
                </c:pt>
                <c:pt idx="25">
                  <c:v>2007-06-07</c:v>
                </c:pt>
                <c:pt idx="26">
                  <c:v>2007-07-09</c:v>
                </c:pt>
                <c:pt idx="27">
                  <c:v>2007-08-08</c:v>
                </c:pt>
                <c:pt idx="28">
                  <c:v>2007-09-07</c:v>
                </c:pt>
                <c:pt idx="29">
                  <c:v>2007-10-16</c:v>
                </c:pt>
                <c:pt idx="30">
                  <c:v>2007-11-15</c:v>
                </c:pt>
                <c:pt idx="31">
                  <c:v>2007-12-17</c:v>
                </c:pt>
                <c:pt idx="32">
                  <c:v>2008-01-18</c:v>
                </c:pt>
                <c:pt idx="33">
                  <c:v>2008-02-26</c:v>
                </c:pt>
                <c:pt idx="34">
                  <c:v>2008-03-27</c:v>
                </c:pt>
                <c:pt idx="35">
                  <c:v>2008-04-29</c:v>
                </c:pt>
                <c:pt idx="36">
                  <c:v>2008-06-02</c:v>
                </c:pt>
                <c:pt idx="37">
                  <c:v>2008-07-03</c:v>
                </c:pt>
                <c:pt idx="38">
                  <c:v>2008-08-04</c:v>
                </c:pt>
                <c:pt idx="39">
                  <c:v>2008-09-03</c:v>
                </c:pt>
                <c:pt idx="40">
                  <c:v>2008-10-13</c:v>
                </c:pt>
                <c:pt idx="41">
                  <c:v>2008-11-12</c:v>
                </c:pt>
                <c:pt idx="42">
                  <c:v>2008-12-12</c:v>
                </c:pt>
                <c:pt idx="43">
                  <c:v>2009-01-15</c:v>
                </c:pt>
                <c:pt idx="44">
                  <c:v>2009-02-23</c:v>
                </c:pt>
                <c:pt idx="45">
                  <c:v>2009-03-25</c:v>
                </c:pt>
                <c:pt idx="46">
                  <c:v>2009-04-27</c:v>
                </c:pt>
                <c:pt idx="47">
                  <c:v>2009-06-01</c:v>
                </c:pt>
                <c:pt idx="48">
                  <c:v>2009-07-01</c:v>
                </c:pt>
                <c:pt idx="49">
                  <c:v>2009-07-31</c:v>
                </c:pt>
                <c:pt idx="50">
                  <c:v>2009-09-01</c:v>
                </c:pt>
                <c:pt idx="51">
                  <c:v>2009-10-09</c:v>
                </c:pt>
                <c:pt idx="52">
                  <c:v>2009-11-10</c:v>
                </c:pt>
                <c:pt idx="53">
                  <c:v>2009-12-10</c:v>
                </c:pt>
                <c:pt idx="54">
                  <c:v>2010-01-12</c:v>
                </c:pt>
                <c:pt idx="55">
                  <c:v>2010-02-11</c:v>
                </c:pt>
                <c:pt idx="56">
                  <c:v>2010-03-22</c:v>
                </c:pt>
                <c:pt idx="57">
                  <c:v>2010-04-22</c:v>
                </c:pt>
                <c:pt idx="58">
                  <c:v>2010-05-25</c:v>
                </c:pt>
                <c:pt idx="59">
                  <c:v>2010-06-29</c:v>
                </c:pt>
                <c:pt idx="60">
                  <c:v>2010-07-29</c:v>
                </c:pt>
                <c:pt idx="61">
                  <c:v>2010-08-30</c:v>
                </c:pt>
                <c:pt idx="62">
                  <c:v>2010-10-11</c:v>
                </c:pt>
                <c:pt idx="63">
                  <c:v>2010-11-10</c:v>
                </c:pt>
                <c:pt idx="64">
                  <c:v>2010-12-10</c:v>
                </c:pt>
                <c:pt idx="65">
                  <c:v>2011-01-12</c:v>
                </c:pt>
                <c:pt idx="66">
                  <c:v>2011-02-18</c:v>
                </c:pt>
                <c:pt idx="67">
                  <c:v>2011-03-22</c:v>
                </c:pt>
                <c:pt idx="68">
                  <c:v>2011-04-25</c:v>
                </c:pt>
                <c:pt idx="69">
                  <c:v>2011-05-26</c:v>
                </c:pt>
                <c:pt idx="70">
                  <c:v>2011-06-28</c:v>
                </c:pt>
                <c:pt idx="71">
                  <c:v>2011-07-28</c:v>
                </c:pt>
                <c:pt idx="72">
                  <c:v>2011-08-29</c:v>
                </c:pt>
                <c:pt idx="73">
                  <c:v>2011-09-29</c:v>
                </c:pt>
                <c:pt idx="74">
                  <c:v>2011-11-07</c:v>
                </c:pt>
                <c:pt idx="75">
                  <c:v>2011-12-07</c:v>
                </c:pt>
                <c:pt idx="76">
                  <c:v>2012-01-10</c:v>
                </c:pt>
                <c:pt idx="77">
                  <c:v>2012-02-16</c:v>
                </c:pt>
                <c:pt idx="78">
                  <c:v>2012-03-19</c:v>
                </c:pt>
                <c:pt idx="79">
                  <c:v>2012-04-23</c:v>
                </c:pt>
                <c:pt idx="80">
                  <c:v>2012-05-25</c:v>
                </c:pt>
                <c:pt idx="81">
                  <c:v>2012-06-27</c:v>
                </c:pt>
                <c:pt idx="82">
                  <c:v>2012-07-27</c:v>
                </c:pt>
                <c:pt idx="83">
                  <c:v>2012-08-28</c:v>
                </c:pt>
                <c:pt idx="84">
                  <c:v>2012-09-27</c:v>
                </c:pt>
                <c:pt idx="85">
                  <c:v>2012-11-05</c:v>
                </c:pt>
                <c:pt idx="86">
                  <c:v>2012-12-05</c:v>
                </c:pt>
                <c:pt idx="87">
                  <c:v>2013-01-09</c:v>
                </c:pt>
                <c:pt idx="88">
                  <c:v>2013-02-08</c:v>
                </c:pt>
                <c:pt idx="89">
                  <c:v>2013-03-19</c:v>
                </c:pt>
                <c:pt idx="90">
                  <c:v>2013-04-22</c:v>
                </c:pt>
                <c:pt idx="91">
                  <c:v>2013-05-27</c:v>
                </c:pt>
                <c:pt idx="92">
                  <c:v>2013-07-01</c:v>
                </c:pt>
                <c:pt idx="93">
                  <c:v>2013-07-31</c:v>
                </c:pt>
                <c:pt idx="94">
                  <c:v>2013-08-30</c:v>
                </c:pt>
                <c:pt idx="95">
                  <c:v>2013-10-10</c:v>
                </c:pt>
                <c:pt idx="96">
                  <c:v>2013-11-11</c:v>
                </c:pt>
                <c:pt idx="97">
                  <c:v>2013-12-11</c:v>
                </c:pt>
                <c:pt idx="98">
                  <c:v>2014-01-13</c:v>
                </c:pt>
                <c:pt idx="99">
                  <c:v>2014-02-19</c:v>
                </c:pt>
                <c:pt idx="100">
                  <c:v>2014-03-21</c:v>
                </c:pt>
                <c:pt idx="101">
                  <c:v>2014-04-23</c:v>
                </c:pt>
                <c:pt idx="102">
                  <c:v>2014-05-27</c:v>
                </c:pt>
                <c:pt idx="103">
                  <c:v>2014-06-27</c:v>
                </c:pt>
                <c:pt idx="104">
                  <c:v>2014-07-29</c:v>
                </c:pt>
                <c:pt idx="105">
                  <c:v>2014-08-28</c:v>
                </c:pt>
                <c:pt idx="106">
                  <c:v>2014-09-30</c:v>
                </c:pt>
                <c:pt idx="107">
                  <c:v>2014-11-06</c:v>
                </c:pt>
                <c:pt idx="108">
                  <c:v>2014-12-08</c:v>
                </c:pt>
                <c:pt idx="109">
                  <c:v>2015-01-09</c:v>
                </c:pt>
                <c:pt idx="110">
                  <c:v>2015-02-10</c:v>
                </c:pt>
                <c:pt idx="111">
                  <c:v>2015-03-19</c:v>
                </c:pt>
                <c:pt idx="112">
                  <c:v>2015-04-21</c:v>
                </c:pt>
                <c:pt idx="113">
                  <c:v>2015-05-22</c:v>
                </c:pt>
                <c:pt idx="114">
                  <c:v>2015-06-24</c:v>
                </c:pt>
                <c:pt idx="115">
                  <c:v>2015-07-24</c:v>
                </c:pt>
                <c:pt idx="116">
                  <c:v>2015-08-25</c:v>
                </c:pt>
                <c:pt idx="117">
                  <c:v>2015-09-28</c:v>
                </c:pt>
                <c:pt idx="118">
                  <c:v>2015-11-04</c:v>
                </c:pt>
                <c:pt idx="119">
                  <c:v>2015-12-04</c:v>
                </c:pt>
                <c:pt idx="120">
                  <c:v>2016-01-06</c:v>
                </c:pt>
                <c:pt idx="121">
                  <c:v>2016-02-05</c:v>
                </c:pt>
                <c:pt idx="122">
                  <c:v>2016-03-15</c:v>
                </c:pt>
                <c:pt idx="123">
                  <c:v>2016-04-15</c:v>
                </c:pt>
                <c:pt idx="124">
                  <c:v>2016-05-18</c:v>
                </c:pt>
                <c:pt idx="125">
                  <c:v>2016-06-21</c:v>
                </c:pt>
                <c:pt idx="126">
                  <c:v>2016-07-21</c:v>
                </c:pt>
                <c:pt idx="127">
                  <c:v>2016-08-22</c:v>
                </c:pt>
                <c:pt idx="128">
                  <c:v>2016-09-23</c:v>
                </c:pt>
                <c:pt idx="129">
                  <c:v>2016-11-01</c:v>
                </c:pt>
                <c:pt idx="130">
                  <c:v>2016-12-01</c:v>
                </c:pt>
                <c:pt idx="131">
                  <c:v>2017-01-03</c:v>
                </c:pt>
                <c:pt idx="132">
                  <c:v>2017-02-09</c:v>
                </c:pt>
                <c:pt idx="133">
                  <c:v>2017-03-13</c:v>
                </c:pt>
                <c:pt idx="134">
                  <c:v>2017-03-31</c:v>
                </c:pt>
              </c:strCache>
            </c:strRef>
          </c:cat>
          <c:val>
            <c:numRef>
              <c:f>'Chart Data'!$H$2:$H$136</c:f>
              <c:numCache>
                <c:formatCode>0.0</c:formatCode>
                <c:ptCount val="135"/>
                <c:pt idx="0">
                  <c:v>0.99670948</c:v>
                </c:pt>
                <c:pt idx="1">
                  <c:v>0.90652812</c:v>
                </c:pt>
                <c:pt idx="2">
                  <c:v>0.87474864</c:v>
                </c:pt>
                <c:pt idx="3">
                  <c:v>0.87147737</c:v>
                </c:pt>
                <c:pt idx="4">
                  <c:v>0.79808534</c:v>
                </c:pt>
                <c:pt idx="5">
                  <c:v>0.89776302</c:v>
                </c:pt>
                <c:pt idx="6">
                  <c:v>0.91911291</c:v>
                </c:pt>
                <c:pt idx="7">
                  <c:v>0.86363593</c:v>
                </c:pt>
                <c:pt idx="8">
                  <c:v>0.8304421</c:v>
                </c:pt>
                <c:pt idx="9">
                  <c:v>0.8683889</c:v>
                </c:pt>
                <c:pt idx="10">
                  <c:v>0.95369221</c:v>
                </c:pt>
                <c:pt idx="11">
                  <c:v>1.01661615</c:v>
                </c:pt>
                <c:pt idx="12">
                  <c:v>1.02091692</c:v>
                </c:pt>
                <c:pt idx="13">
                  <c:v>1.20422379</c:v>
                </c:pt>
                <c:pt idx="14">
                  <c:v>1.27577813</c:v>
                </c:pt>
                <c:pt idx="15">
                  <c:v>1.35865685</c:v>
                </c:pt>
                <c:pt idx="16">
                  <c:v>1.20392553</c:v>
                </c:pt>
                <c:pt idx="17">
                  <c:v>1.28171453</c:v>
                </c:pt>
                <c:pt idx="18">
                  <c:v>1.36089864</c:v>
                </c:pt>
                <c:pt idx="19">
                  <c:v>1.47523933</c:v>
                </c:pt>
                <c:pt idx="20">
                  <c:v>1.84356569</c:v>
                </c:pt>
                <c:pt idx="21">
                  <c:v>2.3969885</c:v>
                </c:pt>
                <c:pt idx="22">
                  <c:v>2.44823207</c:v>
                </c:pt>
                <c:pt idx="23">
                  <c:v>2.67646125</c:v>
                </c:pt>
                <c:pt idx="24">
                  <c:v>3.54647616</c:v>
                </c:pt>
                <c:pt idx="25">
                  <c:v>3.65834416</c:v>
                </c:pt>
                <c:pt idx="26">
                  <c:v>3.67662481</c:v>
                </c:pt>
                <c:pt idx="27">
                  <c:v>4.49135517</c:v>
                </c:pt>
                <c:pt idx="28">
                  <c:v>5.09432819</c:v>
                </c:pt>
                <c:pt idx="29">
                  <c:v>5.65468803</c:v>
                </c:pt>
                <c:pt idx="30">
                  <c:v>4.88873815</c:v>
                </c:pt>
                <c:pt idx="31">
                  <c:v>4.67339202</c:v>
                </c:pt>
                <c:pt idx="32">
                  <c:v>5.20947708</c:v>
                </c:pt>
                <c:pt idx="33">
                  <c:v>4.34457113</c:v>
                </c:pt>
                <c:pt idx="34">
                  <c:v>3.60698513</c:v>
                </c:pt>
                <c:pt idx="35">
                  <c:v>3.63394429</c:v>
                </c:pt>
                <c:pt idx="36">
                  <c:v>3.48855535</c:v>
                </c:pt>
                <c:pt idx="37">
                  <c:v>2.65609275</c:v>
                </c:pt>
                <c:pt idx="38">
                  <c:v>2.66815798</c:v>
                </c:pt>
                <c:pt idx="39">
                  <c:v>2.1609275</c:v>
                </c:pt>
                <c:pt idx="40">
                  <c:v>1.91031895</c:v>
                </c:pt>
                <c:pt idx="41">
                  <c:v>1.73360273</c:v>
                </c:pt>
                <c:pt idx="42">
                  <c:v>1.88615962</c:v>
                </c:pt>
                <c:pt idx="43">
                  <c:v>1.88085823</c:v>
                </c:pt>
                <c:pt idx="44">
                  <c:v>2.31921874</c:v>
                </c:pt>
                <c:pt idx="45">
                  <c:v>2.31041516</c:v>
                </c:pt>
                <c:pt idx="46">
                  <c:v>2.41813634</c:v>
                </c:pt>
                <c:pt idx="47">
                  <c:v>2.75012267</c:v>
                </c:pt>
                <c:pt idx="48">
                  <c:v>3.11531245</c:v>
                </c:pt>
                <c:pt idx="49">
                  <c:v>3.59322654</c:v>
                </c:pt>
                <c:pt idx="50">
                  <c:v>2.73603695</c:v>
                </c:pt>
                <c:pt idx="51">
                  <c:v>3.0439313</c:v>
                </c:pt>
                <c:pt idx="52">
                  <c:v>3.37112618</c:v>
                </c:pt>
                <c:pt idx="53">
                  <c:v>3.44180497</c:v>
                </c:pt>
                <c:pt idx="54">
                  <c:v>3.40108722</c:v>
                </c:pt>
                <c:pt idx="55">
                  <c:v>3.09847501</c:v>
                </c:pt>
                <c:pt idx="56">
                  <c:v>3.17759176</c:v>
                </c:pt>
                <c:pt idx="57">
                  <c:v>3.08032905</c:v>
                </c:pt>
                <c:pt idx="58">
                  <c:v>2.70740367</c:v>
                </c:pt>
                <c:pt idx="59">
                  <c:v>2.4938856</c:v>
                </c:pt>
                <c:pt idx="60">
                  <c:v>2.7690191</c:v>
                </c:pt>
                <c:pt idx="61">
                  <c:v>2.80464714</c:v>
                </c:pt>
                <c:pt idx="62">
                  <c:v>3.01428778</c:v>
                </c:pt>
                <c:pt idx="63">
                  <c:v>3.36663299</c:v>
                </c:pt>
                <c:pt idx="64">
                  <c:v>3.0422668</c:v>
                </c:pt>
                <c:pt idx="65">
                  <c:v>3.02337038</c:v>
                </c:pt>
                <c:pt idx="66">
                  <c:v>3.09027758</c:v>
                </c:pt>
                <c:pt idx="67">
                  <c:v>3.10093809</c:v>
                </c:pt>
                <c:pt idx="68">
                  <c:v>3.12654063</c:v>
                </c:pt>
                <c:pt idx="69">
                  <c:v>2.86561793</c:v>
                </c:pt>
                <c:pt idx="70">
                  <c:v>2.92656949</c:v>
                </c:pt>
                <c:pt idx="71">
                  <c:v>2.86813874</c:v>
                </c:pt>
                <c:pt idx="72">
                  <c:v>2.74480204</c:v>
                </c:pt>
                <c:pt idx="73">
                  <c:v>2.49020061</c:v>
                </c:pt>
                <c:pt idx="74">
                  <c:v>2.63265502</c:v>
                </c:pt>
                <c:pt idx="75">
                  <c:v>2.4325107</c:v>
                </c:pt>
                <c:pt idx="76">
                  <c:v>2.35469284</c:v>
                </c:pt>
                <c:pt idx="77">
                  <c:v>2.44005388</c:v>
                </c:pt>
                <c:pt idx="78">
                  <c:v>2.53043729</c:v>
                </c:pt>
                <c:pt idx="79">
                  <c:v>2.5073748</c:v>
                </c:pt>
                <c:pt idx="80">
                  <c:v>2.47568192</c:v>
                </c:pt>
                <c:pt idx="81">
                  <c:v>2.35454852</c:v>
                </c:pt>
                <c:pt idx="82">
                  <c:v>2.26017222</c:v>
                </c:pt>
                <c:pt idx="83">
                  <c:v>2.15366335</c:v>
                </c:pt>
                <c:pt idx="84">
                  <c:v>2.16646943</c:v>
                </c:pt>
                <c:pt idx="85">
                  <c:v>2.21473036</c:v>
                </c:pt>
                <c:pt idx="86">
                  <c:v>2.12428922</c:v>
                </c:pt>
                <c:pt idx="87">
                  <c:v>2.43049021</c:v>
                </c:pt>
                <c:pt idx="88">
                  <c:v>2.66679174</c:v>
                </c:pt>
                <c:pt idx="89">
                  <c:v>2.42949921</c:v>
                </c:pt>
                <c:pt idx="90">
                  <c:v>2.43485832</c:v>
                </c:pt>
                <c:pt idx="91">
                  <c:v>2.501169</c:v>
                </c:pt>
                <c:pt idx="92">
                  <c:v>2.12952326</c:v>
                </c:pt>
                <c:pt idx="93">
                  <c:v>2.10999182</c:v>
                </c:pt>
                <c:pt idx="94">
                  <c:v>2.2263049</c:v>
                </c:pt>
                <c:pt idx="95">
                  <c:v>2.33734546</c:v>
                </c:pt>
                <c:pt idx="96">
                  <c:v>2.22820994</c:v>
                </c:pt>
                <c:pt idx="97">
                  <c:v>2.32141242</c:v>
                </c:pt>
                <c:pt idx="98">
                  <c:v>2.11062683</c:v>
                </c:pt>
                <c:pt idx="99">
                  <c:v>2.22125367</c:v>
                </c:pt>
                <c:pt idx="100">
                  <c:v>2.0770674</c:v>
                </c:pt>
                <c:pt idx="101">
                  <c:v>2.11157935</c:v>
                </c:pt>
                <c:pt idx="102">
                  <c:v>2.06598355</c:v>
                </c:pt>
                <c:pt idx="103">
                  <c:v>2.06885072</c:v>
                </c:pt>
                <c:pt idx="104">
                  <c:v>2.24310386</c:v>
                </c:pt>
                <c:pt idx="105">
                  <c:v>2.22377447</c:v>
                </c:pt>
                <c:pt idx="106">
                  <c:v>2.35819503</c:v>
                </c:pt>
                <c:pt idx="107">
                  <c:v>2.41118969</c:v>
                </c:pt>
                <c:pt idx="108">
                  <c:v>3.12972531</c:v>
                </c:pt>
                <c:pt idx="109">
                  <c:v>3.41244047</c:v>
                </c:pt>
                <c:pt idx="110">
                  <c:v>3.27795257</c:v>
                </c:pt>
                <c:pt idx="111">
                  <c:v>3.69436667</c:v>
                </c:pt>
                <c:pt idx="112">
                  <c:v>4.44427767</c:v>
                </c:pt>
                <c:pt idx="113">
                  <c:v>4.76388127</c:v>
                </c:pt>
                <c:pt idx="114">
                  <c:v>4.6953673</c:v>
                </c:pt>
                <c:pt idx="115">
                  <c:v>4.0181652</c:v>
                </c:pt>
                <c:pt idx="116">
                  <c:v>2.92772406</c:v>
                </c:pt>
                <c:pt idx="117">
                  <c:v>3.11997883</c:v>
                </c:pt>
                <c:pt idx="118">
                  <c:v>3.49116275</c:v>
                </c:pt>
                <c:pt idx="119">
                  <c:v>3.5383557</c:v>
                </c:pt>
                <c:pt idx="120">
                  <c:v>3.40579208</c:v>
                </c:pt>
                <c:pt idx="121">
                  <c:v>2.85158031</c:v>
                </c:pt>
                <c:pt idx="122">
                  <c:v>2.95836821</c:v>
                </c:pt>
                <c:pt idx="123">
                  <c:v>3.14832347</c:v>
                </c:pt>
                <c:pt idx="124">
                  <c:v>2.95188339</c:v>
                </c:pt>
                <c:pt idx="125">
                  <c:v>2.9887141</c:v>
                </c:pt>
                <c:pt idx="126">
                  <c:v>3.12937894</c:v>
                </c:pt>
                <c:pt idx="127">
                  <c:v>3.21045846</c:v>
                </c:pt>
                <c:pt idx="128">
                  <c:v>3.15165248</c:v>
                </c:pt>
                <c:pt idx="129">
                  <c:v>3.23187569</c:v>
                </c:pt>
                <c:pt idx="130">
                  <c:v>3.43006687</c:v>
                </c:pt>
                <c:pt idx="131">
                  <c:v>3.2156925</c:v>
                </c:pt>
                <c:pt idx="132">
                  <c:v>3.26770578</c:v>
                </c:pt>
                <c:pt idx="133">
                  <c:v>3.32717564</c:v>
                </c:pt>
                <c:pt idx="134">
                  <c:v>3.32520325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C8D2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EE6EE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每边0bp</c:v>
          </c:tx>
          <c:spPr>
            <a:solidFill xmlns:a="http://schemas.openxmlformats.org/drawingml/2006/main">
              <a:srgbClr val="168579"/>
            </a:solidFill>
            <a:ln xmlns:a="http://schemas.openxmlformats.org/drawingml/2006/main" w="20003">
              <a:solidFill>
                <a:srgbClr val="168579"/>
              </a:solidFill>
            </a:ln>
          </c:spPr>
          <c:marker>
            <c:symbol val="none"/>
          </c:marker>
          <c:cat>
            <c:strRef>
              <c:f>'Chart Data'!$A$2:$A$141</c:f>
              <c:strCache>
                <c:ptCount val="140"/>
                <c:pt idx="0">
                  <c:v>2007-08-01</c:v>
                </c:pt>
                <c:pt idx="1">
                  <c:v>2007-08-24</c:v>
                </c:pt>
                <c:pt idx="2">
                  <c:v>2007-09-18</c:v>
                </c:pt>
                <c:pt idx="3">
                  <c:v>2007-10-18</c:v>
                </c:pt>
                <c:pt idx="4">
                  <c:v>2007-11-12</c:v>
                </c:pt>
                <c:pt idx="5">
                  <c:v>2007-12-05</c:v>
                </c:pt>
                <c:pt idx="6">
                  <c:v>2007-12-28</c:v>
                </c:pt>
                <c:pt idx="7">
                  <c:v>2008-01-24</c:v>
                </c:pt>
                <c:pt idx="8">
                  <c:v>2008-02-25</c:v>
                </c:pt>
                <c:pt idx="9">
                  <c:v>2008-03-19</c:v>
                </c:pt>
                <c:pt idx="10">
                  <c:v>2008-04-14</c:v>
                </c:pt>
                <c:pt idx="11">
                  <c:v>2008-05-09</c:v>
                </c:pt>
                <c:pt idx="12">
                  <c:v>2008-06-03</c:v>
                </c:pt>
                <c:pt idx="13">
                  <c:v>2008-06-27</c:v>
                </c:pt>
                <c:pt idx="14">
                  <c:v>2008-07-22</c:v>
                </c:pt>
                <c:pt idx="15">
                  <c:v>2008-08-14</c:v>
                </c:pt>
                <c:pt idx="16">
                  <c:v>2008-09-08</c:v>
                </c:pt>
                <c:pt idx="17">
                  <c:v>2008-10-09</c:v>
                </c:pt>
                <c:pt idx="18">
                  <c:v>2008-11-03</c:v>
                </c:pt>
                <c:pt idx="19">
                  <c:v>2008-11-26</c:v>
                </c:pt>
                <c:pt idx="20">
                  <c:v>2008-12-19</c:v>
                </c:pt>
                <c:pt idx="21">
                  <c:v>2009-01-15</c:v>
                </c:pt>
                <c:pt idx="22">
                  <c:v>2009-02-16</c:v>
                </c:pt>
                <c:pt idx="23">
                  <c:v>2009-03-11</c:v>
                </c:pt>
                <c:pt idx="24">
                  <c:v>2009-04-03</c:v>
                </c:pt>
                <c:pt idx="25">
                  <c:v>2009-04-29</c:v>
                </c:pt>
                <c:pt idx="26">
                  <c:v>2009-05-25</c:v>
                </c:pt>
                <c:pt idx="27">
                  <c:v>2009-06-19</c:v>
                </c:pt>
                <c:pt idx="28">
                  <c:v>2009-07-14</c:v>
                </c:pt>
                <c:pt idx="29">
                  <c:v>2009-08-06</c:v>
                </c:pt>
                <c:pt idx="30">
                  <c:v>2009-08-31</c:v>
                </c:pt>
                <c:pt idx="31">
                  <c:v>2009-09-23</c:v>
                </c:pt>
                <c:pt idx="32">
                  <c:v>2009-10-26</c:v>
                </c:pt>
                <c:pt idx="33">
                  <c:v>2009-11-18</c:v>
                </c:pt>
                <c:pt idx="34">
                  <c:v>2009-12-11</c:v>
                </c:pt>
                <c:pt idx="35">
                  <c:v>2010-01-06</c:v>
                </c:pt>
                <c:pt idx="36">
                  <c:v>2010-01-29</c:v>
                </c:pt>
                <c:pt idx="37">
                  <c:v>2010-03-02</c:v>
                </c:pt>
                <c:pt idx="38">
                  <c:v>2010-03-25</c:v>
                </c:pt>
                <c:pt idx="39">
                  <c:v>2010-04-20</c:v>
                </c:pt>
                <c:pt idx="40">
                  <c:v>2010-05-14</c:v>
                </c:pt>
                <c:pt idx="41">
                  <c:v>2010-06-08</c:v>
                </c:pt>
                <c:pt idx="42">
                  <c:v>2010-07-06</c:v>
                </c:pt>
                <c:pt idx="43">
                  <c:v>2010-07-29</c:v>
                </c:pt>
                <c:pt idx="44">
                  <c:v>2010-08-23</c:v>
                </c:pt>
                <c:pt idx="45">
                  <c:v>2010-09-15</c:v>
                </c:pt>
                <c:pt idx="46">
                  <c:v>2010-10-20</c:v>
                </c:pt>
                <c:pt idx="47">
                  <c:v>2010-11-12</c:v>
                </c:pt>
                <c:pt idx="48">
                  <c:v>2010-12-07</c:v>
                </c:pt>
                <c:pt idx="49">
                  <c:v>2010-12-30</c:v>
                </c:pt>
                <c:pt idx="50">
                  <c:v>2011-01-25</c:v>
                </c:pt>
                <c:pt idx="51">
                  <c:v>2011-02-24</c:v>
                </c:pt>
                <c:pt idx="52">
                  <c:v>2011-03-21</c:v>
                </c:pt>
                <c:pt idx="53">
                  <c:v>2011-04-15</c:v>
                </c:pt>
                <c:pt idx="54">
                  <c:v>2011-05-11</c:v>
                </c:pt>
                <c:pt idx="55">
                  <c:v>2011-06-03</c:v>
                </c:pt>
                <c:pt idx="56">
                  <c:v>2011-06-29</c:v>
                </c:pt>
                <c:pt idx="57">
                  <c:v>2011-07-22</c:v>
                </c:pt>
                <c:pt idx="58">
                  <c:v>2011-08-16</c:v>
                </c:pt>
                <c:pt idx="59">
                  <c:v>2011-09-08</c:v>
                </c:pt>
                <c:pt idx="60">
                  <c:v>2011-10-11</c:v>
                </c:pt>
                <c:pt idx="61">
                  <c:v>2011-11-03</c:v>
                </c:pt>
                <c:pt idx="62">
                  <c:v>2011-11-28</c:v>
                </c:pt>
                <c:pt idx="63">
                  <c:v>2011-12-21</c:v>
                </c:pt>
                <c:pt idx="64">
                  <c:v>2012-01-17</c:v>
                </c:pt>
                <c:pt idx="65">
                  <c:v>2012-02-16</c:v>
                </c:pt>
                <c:pt idx="66">
                  <c:v>2012-03-12</c:v>
                </c:pt>
                <c:pt idx="67">
                  <c:v>2012-04-09</c:v>
                </c:pt>
                <c:pt idx="68">
                  <c:v>2012-05-04</c:v>
                </c:pt>
                <c:pt idx="69">
                  <c:v>2012-05-29</c:v>
                </c:pt>
                <c:pt idx="70">
                  <c:v>2012-06-21</c:v>
                </c:pt>
                <c:pt idx="71">
                  <c:v>2012-07-17</c:v>
                </c:pt>
                <c:pt idx="72">
                  <c:v>2012-08-09</c:v>
                </c:pt>
                <c:pt idx="73">
                  <c:v>2012-09-03</c:v>
                </c:pt>
                <c:pt idx="74">
                  <c:v>2012-09-26</c:v>
                </c:pt>
                <c:pt idx="75">
                  <c:v>2012-10-26</c:v>
                </c:pt>
                <c:pt idx="76">
                  <c:v>2012-11-20</c:v>
                </c:pt>
                <c:pt idx="77">
                  <c:v>2012-12-13</c:v>
                </c:pt>
                <c:pt idx="78">
                  <c:v>2013-01-10</c:v>
                </c:pt>
                <c:pt idx="79">
                  <c:v>2013-02-04</c:v>
                </c:pt>
                <c:pt idx="80">
                  <c:v>2013-03-06</c:v>
                </c:pt>
                <c:pt idx="81">
                  <c:v>2013-03-29</c:v>
                </c:pt>
                <c:pt idx="82">
                  <c:v>2013-04-25</c:v>
                </c:pt>
                <c:pt idx="83">
                  <c:v>2013-05-23</c:v>
                </c:pt>
                <c:pt idx="84">
                  <c:v>2013-06-20</c:v>
                </c:pt>
                <c:pt idx="85">
                  <c:v>2013-07-15</c:v>
                </c:pt>
                <c:pt idx="86">
                  <c:v>2013-08-07</c:v>
                </c:pt>
                <c:pt idx="87">
                  <c:v>2013-08-30</c:v>
                </c:pt>
                <c:pt idx="88">
                  <c:v>2013-09-26</c:v>
                </c:pt>
                <c:pt idx="89">
                  <c:v>2013-10-28</c:v>
                </c:pt>
                <c:pt idx="90">
                  <c:v>2013-11-20</c:v>
                </c:pt>
                <c:pt idx="91">
                  <c:v>2013-12-13</c:v>
                </c:pt>
                <c:pt idx="92">
                  <c:v>2014-01-08</c:v>
                </c:pt>
                <c:pt idx="93">
                  <c:v>2014-02-07</c:v>
                </c:pt>
                <c:pt idx="94">
                  <c:v>2014-03-04</c:v>
                </c:pt>
                <c:pt idx="95">
                  <c:v>2014-03-27</c:v>
                </c:pt>
                <c:pt idx="96">
                  <c:v>2014-04-22</c:v>
                </c:pt>
                <c:pt idx="97">
                  <c:v>2014-05-19</c:v>
                </c:pt>
                <c:pt idx="98">
                  <c:v>2014-06-12</c:v>
                </c:pt>
                <c:pt idx="99">
                  <c:v>2014-07-07</c:v>
                </c:pt>
                <c:pt idx="100">
                  <c:v>2014-07-30</c:v>
                </c:pt>
                <c:pt idx="101">
                  <c:v>2014-08-22</c:v>
                </c:pt>
                <c:pt idx="102">
                  <c:v>2014-09-17</c:v>
                </c:pt>
                <c:pt idx="103">
                  <c:v>2014-10-17</c:v>
                </c:pt>
                <c:pt idx="104">
                  <c:v>2014-11-11</c:v>
                </c:pt>
                <c:pt idx="105">
                  <c:v>2014-12-04</c:v>
                </c:pt>
                <c:pt idx="106">
                  <c:v>2014-12-29</c:v>
                </c:pt>
                <c:pt idx="107">
                  <c:v>2015-01-23</c:v>
                </c:pt>
                <c:pt idx="108">
                  <c:v>2015-02-17</c:v>
                </c:pt>
                <c:pt idx="109">
                  <c:v>2015-03-19</c:v>
                </c:pt>
                <c:pt idx="110">
                  <c:v>2015-04-14</c:v>
                </c:pt>
                <c:pt idx="111">
                  <c:v>2015-05-08</c:v>
                </c:pt>
                <c:pt idx="112">
                  <c:v>2015-06-02</c:v>
                </c:pt>
                <c:pt idx="113">
                  <c:v>2015-06-26</c:v>
                </c:pt>
                <c:pt idx="114">
                  <c:v>2015-07-21</c:v>
                </c:pt>
                <c:pt idx="115">
                  <c:v>2015-08-13</c:v>
                </c:pt>
                <c:pt idx="116">
                  <c:v>2015-09-09</c:v>
                </c:pt>
                <c:pt idx="117">
                  <c:v>2015-10-09</c:v>
                </c:pt>
                <c:pt idx="118">
                  <c:v>2015-11-03</c:v>
                </c:pt>
                <c:pt idx="119">
                  <c:v>2015-11-26</c:v>
                </c:pt>
                <c:pt idx="120">
                  <c:v>2015-12-21</c:v>
                </c:pt>
                <c:pt idx="121">
                  <c:v>2016-01-14</c:v>
                </c:pt>
                <c:pt idx="122">
                  <c:v>2016-02-15</c:v>
                </c:pt>
                <c:pt idx="123">
                  <c:v>2016-03-09</c:v>
                </c:pt>
                <c:pt idx="124">
                  <c:v>2016-04-01</c:v>
                </c:pt>
                <c:pt idx="125">
                  <c:v>2016-04-27</c:v>
                </c:pt>
                <c:pt idx="126">
                  <c:v>2016-05-23</c:v>
                </c:pt>
                <c:pt idx="127">
                  <c:v>2016-06-17</c:v>
                </c:pt>
                <c:pt idx="128">
                  <c:v>2016-07-12</c:v>
                </c:pt>
                <c:pt idx="129">
                  <c:v>2016-08-04</c:v>
                </c:pt>
                <c:pt idx="130">
                  <c:v>2016-08-29</c:v>
                </c:pt>
                <c:pt idx="131">
                  <c:v>2016-09-23</c:v>
                </c:pt>
                <c:pt idx="132">
                  <c:v>2016-10-25</c:v>
                </c:pt>
                <c:pt idx="133">
                  <c:v>2016-11-17</c:v>
                </c:pt>
                <c:pt idx="134">
                  <c:v>2016-12-12</c:v>
                </c:pt>
                <c:pt idx="135">
                  <c:v>2017-01-05</c:v>
                </c:pt>
                <c:pt idx="136">
                  <c:v>2017-02-06</c:v>
                </c:pt>
                <c:pt idx="137">
                  <c:v>2017-03-01</c:v>
                </c:pt>
                <c:pt idx="138">
                  <c:v>2017-03-24</c:v>
                </c:pt>
                <c:pt idx="139">
                  <c:v>2017-03-31</c:v>
                </c:pt>
              </c:strCache>
            </c:strRef>
          </c:cat>
          <c:val>
            <c:numRef>
              <c:f>'Chart Data'!$B$2:$B$141</c:f>
              <c:numCache>
                <c:formatCode>0.0</c:formatCode>
                <c:ptCount val="140"/>
                <c:pt idx="0">
                  <c:v>1</c:v>
                </c:pt>
                <c:pt idx="1">
                  <c:v>1.21012617</c:v>
                </c:pt>
                <c:pt idx="2">
                  <c:v>1.28121811</c:v>
                </c:pt>
                <c:pt idx="3">
                  <c:v>1.28121811</c:v>
                </c:pt>
                <c:pt idx="4">
                  <c:v>1.28121811</c:v>
                </c:pt>
                <c:pt idx="5">
                  <c:v>1.28121811</c:v>
                </c:pt>
                <c:pt idx="6">
                  <c:v>1.28121811</c:v>
                </c:pt>
                <c:pt idx="7">
                  <c:v>1.14102612</c:v>
                </c:pt>
                <c:pt idx="8">
                  <c:v>1.14102612</c:v>
                </c:pt>
                <c:pt idx="9">
                  <c:v>1.14102612</c:v>
                </c:pt>
                <c:pt idx="10">
                  <c:v>1.14102612</c:v>
                </c:pt>
                <c:pt idx="11">
                  <c:v>1.14102612</c:v>
                </c:pt>
                <c:pt idx="12">
                  <c:v>1.14102612</c:v>
                </c:pt>
                <c:pt idx="13">
                  <c:v>1.14102612</c:v>
                </c:pt>
                <c:pt idx="14">
                  <c:v>1.14102612</c:v>
                </c:pt>
                <c:pt idx="15">
                  <c:v>1.14102612</c:v>
                </c:pt>
                <c:pt idx="16">
                  <c:v>1.14102612</c:v>
                </c:pt>
                <c:pt idx="17">
                  <c:v>1.14102612</c:v>
                </c:pt>
                <c:pt idx="18">
                  <c:v>1.14102612</c:v>
                </c:pt>
                <c:pt idx="19">
                  <c:v>1.08721671</c:v>
                </c:pt>
                <c:pt idx="20">
                  <c:v>1.21024588</c:v>
                </c:pt>
                <c:pt idx="21">
                  <c:v>1.15289792</c:v>
                </c:pt>
                <c:pt idx="22">
                  <c:v>1.45212874</c:v>
                </c:pt>
                <c:pt idx="23">
                  <c:v>1.30948426</c:v>
                </c:pt>
                <c:pt idx="24">
                  <c:v>1.51596992</c:v>
                </c:pt>
                <c:pt idx="25">
                  <c:v>1.53653474</c:v>
                </c:pt>
                <c:pt idx="26">
                  <c:v>1.6118172</c:v>
                </c:pt>
                <c:pt idx="27">
                  <c:v>1.6118172</c:v>
                </c:pt>
                <c:pt idx="28">
                  <c:v>1.63829741</c:v>
                </c:pt>
                <c:pt idx="29">
                  <c:v>1.73710978</c:v>
                </c:pt>
                <c:pt idx="30">
                  <c:v>1.73347729</c:v>
                </c:pt>
                <c:pt idx="31">
                  <c:v>1.73347729</c:v>
                </c:pt>
                <c:pt idx="32">
                  <c:v>1.73347729</c:v>
                </c:pt>
                <c:pt idx="33">
                  <c:v>1.73347729</c:v>
                </c:pt>
                <c:pt idx="34">
                  <c:v>1.73347729</c:v>
                </c:pt>
                <c:pt idx="35">
                  <c:v>1.73347729</c:v>
                </c:pt>
                <c:pt idx="36">
                  <c:v>1.73347729</c:v>
                </c:pt>
                <c:pt idx="37">
                  <c:v>1.73347729</c:v>
                </c:pt>
                <c:pt idx="38">
                  <c:v>1.73347729</c:v>
                </c:pt>
                <c:pt idx="39">
                  <c:v>1.73347729</c:v>
                </c:pt>
                <c:pt idx="40">
                  <c:v>1.73347729</c:v>
                </c:pt>
                <c:pt idx="41">
                  <c:v>1.73347729</c:v>
                </c:pt>
                <c:pt idx="42">
                  <c:v>1.73347729</c:v>
                </c:pt>
                <c:pt idx="43">
                  <c:v>1.73347729</c:v>
                </c:pt>
                <c:pt idx="44">
                  <c:v>1.77832548</c:v>
                </c:pt>
                <c:pt idx="45">
                  <c:v>1.78876386</c:v>
                </c:pt>
                <c:pt idx="46">
                  <c:v>2.08576035</c:v>
                </c:pt>
                <c:pt idx="47">
                  <c:v>2.17007176</c:v>
                </c:pt>
                <c:pt idx="48">
                  <c:v>2.17007176</c:v>
                </c:pt>
                <c:pt idx="49">
                  <c:v>2.17007176</c:v>
                </c:pt>
                <c:pt idx="50">
                  <c:v>2.17007176</c:v>
                </c:pt>
                <c:pt idx="51">
                  <c:v>2.11914751</c:v>
                </c:pt>
                <c:pt idx="52">
                  <c:v>2.12988623</c:v>
                </c:pt>
                <c:pt idx="53">
                  <c:v>2.23071864</c:v>
                </c:pt>
                <c:pt idx="54">
                  <c:v>2.08869789</c:v>
                </c:pt>
                <c:pt idx="55">
                  <c:v>2.00145325</c:v>
                </c:pt>
                <c:pt idx="56">
                  <c:v>1.98273073</c:v>
                </c:pt>
                <c:pt idx="57">
                  <c:v>2.05234046</c:v>
                </c:pt>
                <c:pt idx="58">
                  <c:v>2.05234046</c:v>
                </c:pt>
                <c:pt idx="59">
                  <c:v>2.05234046</c:v>
                </c:pt>
                <c:pt idx="60">
                  <c:v>2.05234046</c:v>
                </c:pt>
                <c:pt idx="61">
                  <c:v>2.05234046</c:v>
                </c:pt>
                <c:pt idx="62">
                  <c:v>2.05234046</c:v>
                </c:pt>
                <c:pt idx="63">
                  <c:v>2.05234046</c:v>
                </c:pt>
                <c:pt idx="64">
                  <c:v>2.12456675</c:v>
                </c:pt>
                <c:pt idx="65">
                  <c:v>2.14911419</c:v>
                </c:pt>
                <c:pt idx="66">
                  <c:v>2.19705474</c:v>
                </c:pt>
                <c:pt idx="67">
                  <c:v>2.06524305</c:v>
                </c:pt>
                <c:pt idx="68">
                  <c:v>2.24794192</c:v>
                </c:pt>
                <c:pt idx="69">
                  <c:v>2.1941164</c:v>
                </c:pt>
                <c:pt idx="70">
                  <c:v>2.1711973</c:v>
                </c:pt>
                <c:pt idx="71">
                  <c:v>2.1711973</c:v>
                </c:pt>
                <c:pt idx="72">
                  <c:v>2.1711973</c:v>
                </c:pt>
                <c:pt idx="73">
                  <c:v>2.1711973</c:v>
                </c:pt>
                <c:pt idx="74">
                  <c:v>2.1711973</c:v>
                </c:pt>
                <c:pt idx="75">
                  <c:v>2.1711973</c:v>
                </c:pt>
                <c:pt idx="76">
                  <c:v>2.1711973</c:v>
                </c:pt>
                <c:pt idx="77">
                  <c:v>2.1711973</c:v>
                </c:pt>
                <c:pt idx="78">
                  <c:v>2.32891097</c:v>
                </c:pt>
                <c:pt idx="79">
                  <c:v>2.37188948</c:v>
                </c:pt>
                <c:pt idx="80">
                  <c:v>2.37188948</c:v>
                </c:pt>
                <c:pt idx="81">
                  <c:v>2.37188948</c:v>
                </c:pt>
                <c:pt idx="82">
                  <c:v>2.37188948</c:v>
                </c:pt>
                <c:pt idx="83">
                  <c:v>2.37188948</c:v>
                </c:pt>
                <c:pt idx="84">
                  <c:v>2.37188948</c:v>
                </c:pt>
                <c:pt idx="85">
                  <c:v>2.37188948</c:v>
                </c:pt>
                <c:pt idx="86">
                  <c:v>2.40056209</c:v>
                </c:pt>
                <c:pt idx="87">
                  <c:v>2.43560287</c:v>
                </c:pt>
                <c:pt idx="88">
                  <c:v>2.50984218</c:v>
                </c:pt>
                <c:pt idx="89">
                  <c:v>2.49037975</c:v>
                </c:pt>
                <c:pt idx="90">
                  <c:v>2.49659004</c:v>
                </c:pt>
                <c:pt idx="91">
                  <c:v>2.49659004</c:v>
                </c:pt>
                <c:pt idx="92">
                  <c:v>2.49659004</c:v>
                </c:pt>
                <c:pt idx="93">
                  <c:v>2.49659004</c:v>
                </c:pt>
                <c:pt idx="94">
                  <c:v>2.38754602</c:v>
                </c:pt>
                <c:pt idx="95">
                  <c:v>2.36309419</c:v>
                </c:pt>
                <c:pt idx="96">
                  <c:v>2.36309419</c:v>
                </c:pt>
                <c:pt idx="97">
                  <c:v>2.36309419</c:v>
                </c:pt>
                <c:pt idx="98">
                  <c:v>2.36309419</c:v>
                </c:pt>
                <c:pt idx="99">
                  <c:v>2.36309419</c:v>
                </c:pt>
                <c:pt idx="100">
                  <c:v>2.44625818</c:v>
                </c:pt>
                <c:pt idx="101">
                  <c:v>2.50618176</c:v>
                </c:pt>
                <c:pt idx="102">
                  <c:v>2.46611925</c:v>
                </c:pt>
                <c:pt idx="103">
                  <c:v>2.52726568</c:v>
                </c:pt>
                <c:pt idx="104">
                  <c:v>2.63891315</c:v>
                </c:pt>
                <c:pt idx="105">
                  <c:v>3.20178145</c:v>
                </c:pt>
                <c:pt idx="106">
                  <c:v>3.44858168</c:v>
                </c:pt>
                <c:pt idx="107">
                  <c:v>3.41350744</c:v>
                </c:pt>
                <c:pt idx="108">
                  <c:v>3.36628623</c:v>
                </c:pt>
                <c:pt idx="109">
                  <c:v>3.66964497</c:v>
                </c:pt>
                <c:pt idx="110">
                  <c:v>4.24157493</c:v>
                </c:pt>
                <c:pt idx="111">
                  <c:v>4.35646936</c:v>
                </c:pt>
                <c:pt idx="112">
                  <c:v>4.93320649</c:v>
                </c:pt>
                <c:pt idx="113">
                  <c:v>5.11683496</c:v>
                </c:pt>
                <c:pt idx="114">
                  <c:v>5.11683496</c:v>
                </c:pt>
                <c:pt idx="115">
                  <c:v>5.11683496</c:v>
                </c:pt>
                <c:pt idx="116">
                  <c:v>5.11683496</c:v>
                </c:pt>
                <c:pt idx="117">
                  <c:v>5.11683496</c:v>
                </c:pt>
                <c:pt idx="118">
                  <c:v>5.0540799</c:v>
                </c:pt>
                <c:pt idx="119">
                  <c:v>5.53500276</c:v>
                </c:pt>
                <c:pt idx="120">
                  <c:v>5.53500276</c:v>
                </c:pt>
                <c:pt idx="121">
                  <c:v>5.53500276</c:v>
                </c:pt>
                <c:pt idx="122">
                  <c:v>5.53500276</c:v>
                </c:pt>
                <c:pt idx="123">
                  <c:v>5.53500276</c:v>
                </c:pt>
                <c:pt idx="124">
                  <c:v>5.53500276</c:v>
                </c:pt>
                <c:pt idx="125">
                  <c:v>5.53500276</c:v>
                </c:pt>
                <c:pt idx="126">
                  <c:v>5.53500276</c:v>
                </c:pt>
                <c:pt idx="127">
                  <c:v>5.53500276</c:v>
                </c:pt>
                <c:pt idx="128">
                  <c:v>5.53500276</c:v>
                </c:pt>
                <c:pt idx="129">
                  <c:v>5.53500276</c:v>
                </c:pt>
                <c:pt idx="130">
                  <c:v>5.37952607</c:v>
                </c:pt>
                <c:pt idx="131">
                  <c:v>5.32730477</c:v>
                </c:pt>
                <c:pt idx="132">
                  <c:v>5.4765689</c:v>
                </c:pt>
                <c:pt idx="133">
                  <c:v>5.58891545</c:v>
                </c:pt>
                <c:pt idx="134">
                  <c:v>5.54443545</c:v>
                </c:pt>
                <c:pt idx="135">
                  <c:v>5.47712185</c:v>
                </c:pt>
                <c:pt idx="136">
                  <c:v>5.46715248</c:v>
                </c:pt>
                <c:pt idx="137">
                  <c:v>5.49068097</c:v>
                </c:pt>
                <c:pt idx="138">
                  <c:v>5.54015114</c:v>
                </c:pt>
                <c:pt idx="139">
                  <c:v>5.48688657</c:v>
                </c:pt>
              </c:numCache>
            </c:numRef>
          </c:val>
          <c:smooth val="0"/>
        </c:ser>
        <c:ser>
          <c:idx val="1"/>
          <c:order val="1"/>
          <c:tx>
            <c:v>每边10bp</c:v>
          </c:tx>
          <c:spPr>
            <a:solidFill xmlns:a="http://schemas.openxmlformats.org/drawingml/2006/main">
              <a:srgbClr val="4669A1"/>
            </a:solidFill>
            <a:ln xmlns:a="http://schemas.openxmlformats.org/drawingml/2006/main" w="20003">
              <a:solidFill>
                <a:srgbClr val="4669A1"/>
              </a:solidFill>
            </a:ln>
          </c:spPr>
          <c:marker>
            <c:symbol val="none"/>
          </c:marker>
          <c:cat>
            <c:strRef>
              <c:f>'Chart Data'!$C$2:$C$141</c:f>
              <c:strCache>
                <c:ptCount val="140"/>
                <c:pt idx="0">
                  <c:v>2007-08-01</c:v>
                </c:pt>
                <c:pt idx="1">
                  <c:v>2007-08-24</c:v>
                </c:pt>
                <c:pt idx="2">
                  <c:v>2007-09-18</c:v>
                </c:pt>
                <c:pt idx="3">
                  <c:v>2007-10-18</c:v>
                </c:pt>
                <c:pt idx="4">
                  <c:v>2007-11-12</c:v>
                </c:pt>
                <c:pt idx="5">
                  <c:v>2007-12-05</c:v>
                </c:pt>
                <c:pt idx="6">
                  <c:v>2007-12-28</c:v>
                </c:pt>
                <c:pt idx="7">
                  <c:v>2008-01-24</c:v>
                </c:pt>
                <c:pt idx="8">
                  <c:v>2008-02-25</c:v>
                </c:pt>
                <c:pt idx="9">
                  <c:v>2008-03-19</c:v>
                </c:pt>
                <c:pt idx="10">
                  <c:v>2008-04-14</c:v>
                </c:pt>
                <c:pt idx="11">
                  <c:v>2008-05-09</c:v>
                </c:pt>
                <c:pt idx="12">
                  <c:v>2008-06-03</c:v>
                </c:pt>
                <c:pt idx="13">
                  <c:v>2008-06-27</c:v>
                </c:pt>
                <c:pt idx="14">
                  <c:v>2008-07-22</c:v>
                </c:pt>
                <c:pt idx="15">
                  <c:v>2008-08-14</c:v>
                </c:pt>
                <c:pt idx="16">
                  <c:v>2008-09-08</c:v>
                </c:pt>
                <c:pt idx="17">
                  <c:v>2008-10-09</c:v>
                </c:pt>
                <c:pt idx="18">
                  <c:v>2008-11-03</c:v>
                </c:pt>
                <c:pt idx="19">
                  <c:v>2008-11-26</c:v>
                </c:pt>
                <c:pt idx="20">
                  <c:v>2008-12-19</c:v>
                </c:pt>
                <c:pt idx="21">
                  <c:v>2009-01-15</c:v>
                </c:pt>
                <c:pt idx="22">
                  <c:v>2009-02-16</c:v>
                </c:pt>
                <c:pt idx="23">
                  <c:v>2009-03-11</c:v>
                </c:pt>
                <c:pt idx="24">
                  <c:v>2009-04-03</c:v>
                </c:pt>
                <c:pt idx="25">
                  <c:v>2009-04-29</c:v>
                </c:pt>
                <c:pt idx="26">
                  <c:v>2009-05-25</c:v>
                </c:pt>
                <c:pt idx="27">
                  <c:v>2009-06-19</c:v>
                </c:pt>
                <c:pt idx="28">
                  <c:v>2009-07-14</c:v>
                </c:pt>
                <c:pt idx="29">
                  <c:v>2009-08-06</c:v>
                </c:pt>
                <c:pt idx="30">
                  <c:v>2009-08-31</c:v>
                </c:pt>
                <c:pt idx="31">
                  <c:v>2009-09-23</c:v>
                </c:pt>
                <c:pt idx="32">
                  <c:v>2009-10-26</c:v>
                </c:pt>
                <c:pt idx="33">
                  <c:v>2009-11-18</c:v>
                </c:pt>
                <c:pt idx="34">
                  <c:v>2009-12-11</c:v>
                </c:pt>
                <c:pt idx="35">
                  <c:v>2010-01-06</c:v>
                </c:pt>
                <c:pt idx="36">
                  <c:v>2010-01-29</c:v>
                </c:pt>
                <c:pt idx="37">
                  <c:v>2010-03-02</c:v>
                </c:pt>
                <c:pt idx="38">
                  <c:v>2010-03-25</c:v>
                </c:pt>
                <c:pt idx="39">
                  <c:v>2010-04-20</c:v>
                </c:pt>
                <c:pt idx="40">
                  <c:v>2010-05-14</c:v>
                </c:pt>
                <c:pt idx="41">
                  <c:v>2010-06-08</c:v>
                </c:pt>
                <c:pt idx="42">
                  <c:v>2010-07-06</c:v>
                </c:pt>
                <c:pt idx="43">
                  <c:v>2010-07-29</c:v>
                </c:pt>
                <c:pt idx="44">
                  <c:v>2010-08-23</c:v>
                </c:pt>
                <c:pt idx="45">
                  <c:v>2010-09-15</c:v>
                </c:pt>
                <c:pt idx="46">
                  <c:v>2010-10-20</c:v>
                </c:pt>
                <c:pt idx="47">
                  <c:v>2010-11-12</c:v>
                </c:pt>
                <c:pt idx="48">
                  <c:v>2010-12-07</c:v>
                </c:pt>
                <c:pt idx="49">
                  <c:v>2010-12-30</c:v>
                </c:pt>
                <c:pt idx="50">
                  <c:v>2011-01-25</c:v>
                </c:pt>
                <c:pt idx="51">
                  <c:v>2011-02-24</c:v>
                </c:pt>
                <c:pt idx="52">
                  <c:v>2011-03-21</c:v>
                </c:pt>
                <c:pt idx="53">
                  <c:v>2011-04-15</c:v>
                </c:pt>
                <c:pt idx="54">
                  <c:v>2011-05-11</c:v>
                </c:pt>
                <c:pt idx="55">
                  <c:v>2011-06-03</c:v>
                </c:pt>
                <c:pt idx="56">
                  <c:v>2011-06-29</c:v>
                </c:pt>
                <c:pt idx="57">
                  <c:v>2011-07-22</c:v>
                </c:pt>
                <c:pt idx="58">
                  <c:v>2011-08-16</c:v>
                </c:pt>
                <c:pt idx="59">
                  <c:v>2011-09-08</c:v>
                </c:pt>
                <c:pt idx="60">
                  <c:v>2011-10-11</c:v>
                </c:pt>
                <c:pt idx="61">
                  <c:v>2011-11-03</c:v>
                </c:pt>
                <c:pt idx="62">
                  <c:v>2011-11-28</c:v>
                </c:pt>
                <c:pt idx="63">
                  <c:v>2011-12-21</c:v>
                </c:pt>
                <c:pt idx="64">
                  <c:v>2012-01-17</c:v>
                </c:pt>
                <c:pt idx="65">
                  <c:v>2012-02-16</c:v>
                </c:pt>
                <c:pt idx="66">
                  <c:v>2012-03-12</c:v>
                </c:pt>
                <c:pt idx="67">
                  <c:v>2012-04-09</c:v>
                </c:pt>
                <c:pt idx="68">
                  <c:v>2012-05-04</c:v>
                </c:pt>
                <c:pt idx="69">
                  <c:v>2012-05-29</c:v>
                </c:pt>
                <c:pt idx="70">
                  <c:v>2012-06-21</c:v>
                </c:pt>
                <c:pt idx="71">
                  <c:v>2012-07-17</c:v>
                </c:pt>
                <c:pt idx="72">
                  <c:v>2012-08-09</c:v>
                </c:pt>
                <c:pt idx="73">
                  <c:v>2012-09-03</c:v>
                </c:pt>
                <c:pt idx="74">
                  <c:v>2012-09-26</c:v>
                </c:pt>
                <c:pt idx="75">
                  <c:v>2012-10-26</c:v>
                </c:pt>
                <c:pt idx="76">
                  <c:v>2012-11-20</c:v>
                </c:pt>
                <c:pt idx="77">
                  <c:v>2012-12-13</c:v>
                </c:pt>
                <c:pt idx="78">
                  <c:v>2013-01-10</c:v>
                </c:pt>
                <c:pt idx="79">
                  <c:v>2013-02-04</c:v>
                </c:pt>
                <c:pt idx="80">
                  <c:v>2013-03-06</c:v>
                </c:pt>
                <c:pt idx="81">
                  <c:v>2013-03-29</c:v>
                </c:pt>
                <c:pt idx="82">
                  <c:v>2013-04-25</c:v>
                </c:pt>
                <c:pt idx="83">
                  <c:v>2013-05-23</c:v>
                </c:pt>
                <c:pt idx="84">
                  <c:v>2013-06-20</c:v>
                </c:pt>
                <c:pt idx="85">
                  <c:v>2013-07-15</c:v>
                </c:pt>
                <c:pt idx="86">
                  <c:v>2013-08-07</c:v>
                </c:pt>
                <c:pt idx="87">
                  <c:v>2013-08-30</c:v>
                </c:pt>
                <c:pt idx="88">
                  <c:v>2013-09-26</c:v>
                </c:pt>
                <c:pt idx="89">
                  <c:v>2013-10-28</c:v>
                </c:pt>
                <c:pt idx="90">
                  <c:v>2013-11-20</c:v>
                </c:pt>
                <c:pt idx="91">
                  <c:v>2013-12-13</c:v>
                </c:pt>
                <c:pt idx="92">
                  <c:v>2014-01-08</c:v>
                </c:pt>
                <c:pt idx="93">
                  <c:v>2014-02-07</c:v>
                </c:pt>
                <c:pt idx="94">
                  <c:v>2014-03-04</c:v>
                </c:pt>
                <c:pt idx="95">
                  <c:v>2014-03-27</c:v>
                </c:pt>
                <c:pt idx="96">
                  <c:v>2014-04-22</c:v>
                </c:pt>
                <c:pt idx="97">
                  <c:v>2014-05-19</c:v>
                </c:pt>
                <c:pt idx="98">
                  <c:v>2014-06-12</c:v>
                </c:pt>
                <c:pt idx="99">
                  <c:v>2014-07-07</c:v>
                </c:pt>
                <c:pt idx="100">
                  <c:v>2014-07-30</c:v>
                </c:pt>
                <c:pt idx="101">
                  <c:v>2014-08-22</c:v>
                </c:pt>
                <c:pt idx="102">
                  <c:v>2014-09-17</c:v>
                </c:pt>
                <c:pt idx="103">
                  <c:v>2014-10-17</c:v>
                </c:pt>
                <c:pt idx="104">
                  <c:v>2014-11-11</c:v>
                </c:pt>
                <c:pt idx="105">
                  <c:v>2014-12-04</c:v>
                </c:pt>
                <c:pt idx="106">
                  <c:v>2014-12-29</c:v>
                </c:pt>
                <c:pt idx="107">
                  <c:v>2015-01-23</c:v>
                </c:pt>
                <c:pt idx="108">
                  <c:v>2015-02-17</c:v>
                </c:pt>
                <c:pt idx="109">
                  <c:v>2015-03-19</c:v>
                </c:pt>
                <c:pt idx="110">
                  <c:v>2015-04-14</c:v>
                </c:pt>
                <c:pt idx="111">
                  <c:v>2015-05-08</c:v>
                </c:pt>
                <c:pt idx="112">
                  <c:v>2015-06-02</c:v>
                </c:pt>
                <c:pt idx="113">
                  <c:v>2015-06-26</c:v>
                </c:pt>
                <c:pt idx="114">
                  <c:v>2015-07-21</c:v>
                </c:pt>
                <c:pt idx="115">
                  <c:v>2015-08-13</c:v>
                </c:pt>
                <c:pt idx="116">
                  <c:v>2015-09-09</c:v>
                </c:pt>
                <c:pt idx="117">
                  <c:v>2015-10-09</c:v>
                </c:pt>
                <c:pt idx="118">
                  <c:v>2015-11-03</c:v>
                </c:pt>
                <c:pt idx="119">
                  <c:v>2015-11-26</c:v>
                </c:pt>
                <c:pt idx="120">
                  <c:v>2015-12-21</c:v>
                </c:pt>
                <c:pt idx="121">
                  <c:v>2016-01-14</c:v>
                </c:pt>
                <c:pt idx="122">
                  <c:v>2016-02-15</c:v>
                </c:pt>
                <c:pt idx="123">
                  <c:v>2016-03-09</c:v>
                </c:pt>
                <c:pt idx="124">
                  <c:v>2016-04-01</c:v>
                </c:pt>
                <c:pt idx="125">
                  <c:v>2016-04-27</c:v>
                </c:pt>
                <c:pt idx="126">
                  <c:v>2016-05-23</c:v>
                </c:pt>
                <c:pt idx="127">
                  <c:v>2016-06-17</c:v>
                </c:pt>
                <c:pt idx="128">
                  <c:v>2016-07-12</c:v>
                </c:pt>
                <c:pt idx="129">
                  <c:v>2016-08-04</c:v>
                </c:pt>
                <c:pt idx="130">
                  <c:v>2016-08-29</c:v>
                </c:pt>
                <c:pt idx="131">
                  <c:v>2016-09-23</c:v>
                </c:pt>
                <c:pt idx="132">
                  <c:v>2016-10-25</c:v>
                </c:pt>
                <c:pt idx="133">
                  <c:v>2016-11-17</c:v>
                </c:pt>
                <c:pt idx="134">
                  <c:v>2016-12-12</c:v>
                </c:pt>
                <c:pt idx="135">
                  <c:v>2017-01-05</c:v>
                </c:pt>
                <c:pt idx="136">
                  <c:v>2017-02-06</c:v>
                </c:pt>
                <c:pt idx="137">
                  <c:v>2017-03-01</c:v>
                </c:pt>
                <c:pt idx="138">
                  <c:v>2017-03-24</c:v>
                </c:pt>
                <c:pt idx="139">
                  <c:v>2017-03-31</c:v>
                </c:pt>
              </c:strCache>
            </c:strRef>
          </c:cat>
          <c:val>
            <c:numRef>
              <c:f>'Chart Data'!$D$2:$D$141</c:f>
              <c:numCache>
                <c:formatCode>0.0</c:formatCode>
                <c:ptCount val="140"/>
                <c:pt idx="0">
                  <c:v>1</c:v>
                </c:pt>
                <c:pt idx="1">
                  <c:v>1.20891725</c:v>
                </c:pt>
                <c:pt idx="2">
                  <c:v>1.27865823</c:v>
                </c:pt>
                <c:pt idx="3">
                  <c:v>1.27865823</c:v>
                </c:pt>
                <c:pt idx="4">
                  <c:v>1.27865823</c:v>
                </c:pt>
                <c:pt idx="5">
                  <c:v>1.27865823</c:v>
                </c:pt>
                <c:pt idx="6">
                  <c:v>1.27865823</c:v>
                </c:pt>
                <c:pt idx="7">
                  <c:v>1.13647113</c:v>
                </c:pt>
                <c:pt idx="8">
                  <c:v>1.13647113</c:v>
                </c:pt>
                <c:pt idx="9">
                  <c:v>1.13647113</c:v>
                </c:pt>
                <c:pt idx="10">
                  <c:v>1.13647113</c:v>
                </c:pt>
                <c:pt idx="11">
                  <c:v>1.13647113</c:v>
                </c:pt>
                <c:pt idx="12">
                  <c:v>1.13647113</c:v>
                </c:pt>
                <c:pt idx="13">
                  <c:v>1.13647113</c:v>
                </c:pt>
                <c:pt idx="14">
                  <c:v>1.13647113</c:v>
                </c:pt>
                <c:pt idx="15">
                  <c:v>1.13647113</c:v>
                </c:pt>
                <c:pt idx="16">
                  <c:v>1.13647113</c:v>
                </c:pt>
                <c:pt idx="17">
                  <c:v>1.13647113</c:v>
                </c:pt>
                <c:pt idx="18">
                  <c:v>1.13647113</c:v>
                </c:pt>
                <c:pt idx="19">
                  <c:v>1.08179473</c:v>
                </c:pt>
                <c:pt idx="20">
                  <c:v>1.20421035</c:v>
                </c:pt>
                <c:pt idx="21">
                  <c:v>1.14714839</c:v>
                </c:pt>
                <c:pt idx="22">
                  <c:v>1.44488694</c:v>
                </c:pt>
                <c:pt idx="23">
                  <c:v>1.30295383</c:v>
                </c:pt>
                <c:pt idx="24">
                  <c:v>1.50840974</c:v>
                </c:pt>
                <c:pt idx="25">
                  <c:v>1.528872</c:v>
                </c:pt>
                <c:pt idx="26">
                  <c:v>1.60217525</c:v>
                </c:pt>
                <c:pt idx="27">
                  <c:v>1.60217525</c:v>
                </c:pt>
                <c:pt idx="28">
                  <c:v>1.62687019</c:v>
                </c:pt>
                <c:pt idx="29">
                  <c:v>1.72499333</c:v>
                </c:pt>
                <c:pt idx="30">
                  <c:v>1.71966479</c:v>
                </c:pt>
                <c:pt idx="31">
                  <c:v>1.71966479</c:v>
                </c:pt>
                <c:pt idx="32">
                  <c:v>1.71966479</c:v>
                </c:pt>
                <c:pt idx="33">
                  <c:v>1.71966479</c:v>
                </c:pt>
                <c:pt idx="34">
                  <c:v>1.71966479</c:v>
                </c:pt>
                <c:pt idx="35">
                  <c:v>1.71966479</c:v>
                </c:pt>
                <c:pt idx="36">
                  <c:v>1.71966479</c:v>
                </c:pt>
                <c:pt idx="37">
                  <c:v>1.71966479</c:v>
                </c:pt>
                <c:pt idx="38">
                  <c:v>1.71966479</c:v>
                </c:pt>
                <c:pt idx="39">
                  <c:v>1.71966479</c:v>
                </c:pt>
                <c:pt idx="40">
                  <c:v>1.71966479</c:v>
                </c:pt>
                <c:pt idx="41">
                  <c:v>1.71966479</c:v>
                </c:pt>
                <c:pt idx="42">
                  <c:v>1.71966479</c:v>
                </c:pt>
                <c:pt idx="43">
                  <c:v>1.71966479</c:v>
                </c:pt>
                <c:pt idx="44">
                  <c:v>1.76239324</c:v>
                </c:pt>
                <c:pt idx="45">
                  <c:v>1.7727381</c:v>
                </c:pt>
                <c:pt idx="46">
                  <c:v>2.06707375</c:v>
                </c:pt>
                <c:pt idx="47">
                  <c:v>2.14847918</c:v>
                </c:pt>
                <c:pt idx="48">
                  <c:v>2.14847918</c:v>
                </c:pt>
                <c:pt idx="49">
                  <c:v>2.14847918</c:v>
                </c:pt>
                <c:pt idx="50">
                  <c:v>2.14847918</c:v>
                </c:pt>
                <c:pt idx="51">
                  <c:v>2.09596567</c:v>
                </c:pt>
                <c:pt idx="52">
                  <c:v>2.10658692</c:v>
                </c:pt>
                <c:pt idx="53">
                  <c:v>2.2063163</c:v>
                </c:pt>
                <c:pt idx="54">
                  <c:v>2.06584914</c:v>
                </c:pt>
                <c:pt idx="55">
                  <c:v>1.97757933</c:v>
                </c:pt>
                <c:pt idx="56">
                  <c:v>1.95712301</c:v>
                </c:pt>
                <c:pt idx="57">
                  <c:v>2.02380787</c:v>
                </c:pt>
                <c:pt idx="58">
                  <c:v>2.02380787</c:v>
                </c:pt>
                <c:pt idx="59">
                  <c:v>2.02380787</c:v>
                </c:pt>
                <c:pt idx="60">
                  <c:v>2.02380787</c:v>
                </c:pt>
                <c:pt idx="61">
                  <c:v>2.02380787</c:v>
                </c:pt>
                <c:pt idx="62">
                  <c:v>2.02380787</c:v>
                </c:pt>
                <c:pt idx="63">
                  <c:v>2.02380787</c:v>
                </c:pt>
                <c:pt idx="64">
                  <c:v>2.0929371</c:v>
                </c:pt>
                <c:pt idx="65">
                  <c:v>2.11500197</c:v>
                </c:pt>
                <c:pt idx="66">
                  <c:v>2.16002156</c:v>
                </c:pt>
                <c:pt idx="67">
                  <c:v>2.03043166</c:v>
                </c:pt>
                <c:pt idx="68">
                  <c:v>2.21005099</c:v>
                </c:pt>
                <c:pt idx="69">
                  <c:v>2.15713275</c:v>
                </c:pt>
                <c:pt idx="70">
                  <c:v>2.13246537</c:v>
                </c:pt>
                <c:pt idx="71">
                  <c:v>2.13246537</c:v>
                </c:pt>
                <c:pt idx="72">
                  <c:v>2.13246537</c:v>
                </c:pt>
                <c:pt idx="73">
                  <c:v>2.13246537</c:v>
                </c:pt>
                <c:pt idx="74">
                  <c:v>2.13246537</c:v>
                </c:pt>
                <c:pt idx="75">
                  <c:v>2.13246537</c:v>
                </c:pt>
                <c:pt idx="76">
                  <c:v>2.13246537</c:v>
                </c:pt>
                <c:pt idx="77">
                  <c:v>2.13246537</c:v>
                </c:pt>
                <c:pt idx="78">
                  <c:v>2.28508051</c:v>
                </c:pt>
                <c:pt idx="79">
                  <c:v>2.32492291</c:v>
                </c:pt>
                <c:pt idx="80">
                  <c:v>2.32492291</c:v>
                </c:pt>
                <c:pt idx="81">
                  <c:v>2.32492291</c:v>
                </c:pt>
                <c:pt idx="82">
                  <c:v>2.32492291</c:v>
                </c:pt>
                <c:pt idx="83">
                  <c:v>2.32492291</c:v>
                </c:pt>
                <c:pt idx="84">
                  <c:v>2.32492291</c:v>
                </c:pt>
                <c:pt idx="85">
                  <c:v>2.32492291</c:v>
                </c:pt>
                <c:pt idx="86">
                  <c:v>2.35067708</c:v>
                </c:pt>
                <c:pt idx="87">
                  <c:v>2.3849897</c:v>
                </c:pt>
                <c:pt idx="88">
                  <c:v>2.45768627</c:v>
                </c:pt>
                <c:pt idx="89">
                  <c:v>2.43862828</c:v>
                </c:pt>
                <c:pt idx="90">
                  <c:v>2.44226481</c:v>
                </c:pt>
                <c:pt idx="91">
                  <c:v>2.44226481</c:v>
                </c:pt>
                <c:pt idx="92">
                  <c:v>2.44226481</c:v>
                </c:pt>
                <c:pt idx="93">
                  <c:v>2.44226481</c:v>
                </c:pt>
                <c:pt idx="94">
                  <c:v>2.3332603</c:v>
                </c:pt>
                <c:pt idx="95">
                  <c:v>2.30705507</c:v>
                </c:pt>
                <c:pt idx="96">
                  <c:v>2.30705507</c:v>
                </c:pt>
                <c:pt idx="97">
                  <c:v>2.30705507</c:v>
                </c:pt>
                <c:pt idx="98">
                  <c:v>2.30705507</c:v>
                </c:pt>
                <c:pt idx="99">
                  <c:v>2.30705507</c:v>
                </c:pt>
                <c:pt idx="100">
                  <c:v>2.38586102</c:v>
                </c:pt>
                <c:pt idx="101">
                  <c:v>2.44186081</c:v>
                </c:pt>
                <c:pt idx="102">
                  <c:v>2.40042608</c:v>
                </c:pt>
                <c:pt idx="103">
                  <c:v>2.45748372</c:v>
                </c:pt>
                <c:pt idx="104">
                  <c:v>2.56348494</c:v>
                </c:pt>
                <c:pt idx="105">
                  <c:v>3.11026474</c:v>
                </c:pt>
                <c:pt idx="106">
                  <c:v>3.34666065</c:v>
                </c:pt>
                <c:pt idx="107">
                  <c:v>3.3093137</c:v>
                </c:pt>
                <c:pt idx="108">
                  <c:v>3.26353387</c:v>
                </c:pt>
                <c:pt idx="109">
                  <c:v>3.55763291</c:v>
                </c:pt>
                <c:pt idx="110">
                  <c:v>4.1121053</c:v>
                </c:pt>
                <c:pt idx="111">
                  <c:v>4.22349269</c:v>
                </c:pt>
                <c:pt idx="112">
                  <c:v>4.78262553</c:v>
                </c:pt>
                <c:pt idx="113">
                  <c:v>4.95568829</c:v>
                </c:pt>
                <c:pt idx="114">
                  <c:v>4.95568829</c:v>
                </c:pt>
                <c:pt idx="115">
                  <c:v>4.95568829</c:v>
                </c:pt>
                <c:pt idx="116">
                  <c:v>4.95568829</c:v>
                </c:pt>
                <c:pt idx="117">
                  <c:v>4.95568829</c:v>
                </c:pt>
                <c:pt idx="118">
                  <c:v>4.89001958</c:v>
                </c:pt>
                <c:pt idx="119">
                  <c:v>5.34997589</c:v>
                </c:pt>
                <c:pt idx="120">
                  <c:v>5.34997589</c:v>
                </c:pt>
                <c:pt idx="121">
                  <c:v>5.34997589</c:v>
                </c:pt>
                <c:pt idx="122">
                  <c:v>5.34997589</c:v>
                </c:pt>
                <c:pt idx="123">
                  <c:v>5.34997589</c:v>
                </c:pt>
                <c:pt idx="124">
                  <c:v>5.34997589</c:v>
                </c:pt>
                <c:pt idx="125">
                  <c:v>5.34997589</c:v>
                </c:pt>
                <c:pt idx="126">
                  <c:v>5.34997589</c:v>
                </c:pt>
                <c:pt idx="127">
                  <c:v>5.34997589</c:v>
                </c:pt>
                <c:pt idx="128">
                  <c:v>5.34997589</c:v>
                </c:pt>
                <c:pt idx="129">
                  <c:v>5.34997589</c:v>
                </c:pt>
                <c:pt idx="130">
                  <c:v>5.19450205</c:v>
                </c:pt>
                <c:pt idx="131">
                  <c:v>5.14407685</c:v>
                </c:pt>
                <c:pt idx="132">
                  <c:v>5.28820717</c:v>
                </c:pt>
                <c:pt idx="133">
                  <c:v>5.39668966</c:v>
                </c:pt>
                <c:pt idx="134">
                  <c:v>5.35373952</c:v>
                </c:pt>
                <c:pt idx="135">
                  <c:v>5.28874111</c:v>
                </c:pt>
                <c:pt idx="136">
                  <c:v>5.27383551</c:v>
                </c:pt>
                <c:pt idx="137">
                  <c:v>5.2912408</c:v>
                </c:pt>
                <c:pt idx="138">
                  <c:v>5.33891405</c:v>
                </c:pt>
                <c:pt idx="139">
                  <c:v>5.28758422</c:v>
                </c:pt>
              </c:numCache>
            </c:numRef>
          </c:val>
          <c:smooth val="0"/>
        </c:ser>
        <c:ser>
          <c:idx val="2"/>
          <c:order val="2"/>
          <c:tx>
            <c:v>每边20bp</c:v>
          </c:tx>
          <c:spPr>
            <a:solidFill xmlns:a="http://schemas.openxmlformats.org/drawingml/2006/main">
              <a:srgbClr val="B37A50"/>
            </a:solidFill>
            <a:ln xmlns:a="http://schemas.openxmlformats.org/drawingml/2006/main" w="20003">
              <a:solidFill>
                <a:srgbClr val="B37A50"/>
              </a:solidFill>
            </a:ln>
          </c:spPr>
          <c:marker>
            <c:symbol val="none"/>
          </c:marker>
          <c:cat>
            <c:strRef>
              <c:f>'Chart Data'!$E$2:$E$141</c:f>
              <c:strCache>
                <c:ptCount val="140"/>
                <c:pt idx="0">
                  <c:v>2007-08-01</c:v>
                </c:pt>
                <c:pt idx="1">
                  <c:v>2007-08-24</c:v>
                </c:pt>
                <c:pt idx="2">
                  <c:v>2007-09-18</c:v>
                </c:pt>
                <c:pt idx="3">
                  <c:v>2007-10-18</c:v>
                </c:pt>
                <c:pt idx="4">
                  <c:v>2007-11-12</c:v>
                </c:pt>
                <c:pt idx="5">
                  <c:v>2007-12-05</c:v>
                </c:pt>
                <c:pt idx="6">
                  <c:v>2007-12-28</c:v>
                </c:pt>
                <c:pt idx="7">
                  <c:v>2008-01-24</c:v>
                </c:pt>
                <c:pt idx="8">
                  <c:v>2008-02-25</c:v>
                </c:pt>
                <c:pt idx="9">
                  <c:v>2008-03-19</c:v>
                </c:pt>
                <c:pt idx="10">
                  <c:v>2008-04-14</c:v>
                </c:pt>
                <c:pt idx="11">
                  <c:v>2008-05-09</c:v>
                </c:pt>
                <c:pt idx="12">
                  <c:v>2008-06-03</c:v>
                </c:pt>
                <c:pt idx="13">
                  <c:v>2008-06-27</c:v>
                </c:pt>
                <c:pt idx="14">
                  <c:v>2008-07-22</c:v>
                </c:pt>
                <c:pt idx="15">
                  <c:v>2008-08-14</c:v>
                </c:pt>
                <c:pt idx="16">
                  <c:v>2008-09-08</c:v>
                </c:pt>
                <c:pt idx="17">
                  <c:v>2008-10-09</c:v>
                </c:pt>
                <c:pt idx="18">
                  <c:v>2008-11-03</c:v>
                </c:pt>
                <c:pt idx="19">
                  <c:v>2008-11-26</c:v>
                </c:pt>
                <c:pt idx="20">
                  <c:v>2008-12-19</c:v>
                </c:pt>
                <c:pt idx="21">
                  <c:v>2009-01-15</c:v>
                </c:pt>
                <c:pt idx="22">
                  <c:v>2009-02-16</c:v>
                </c:pt>
                <c:pt idx="23">
                  <c:v>2009-03-11</c:v>
                </c:pt>
                <c:pt idx="24">
                  <c:v>2009-04-03</c:v>
                </c:pt>
                <c:pt idx="25">
                  <c:v>2009-04-29</c:v>
                </c:pt>
                <c:pt idx="26">
                  <c:v>2009-05-25</c:v>
                </c:pt>
                <c:pt idx="27">
                  <c:v>2009-06-19</c:v>
                </c:pt>
                <c:pt idx="28">
                  <c:v>2009-07-14</c:v>
                </c:pt>
                <c:pt idx="29">
                  <c:v>2009-08-06</c:v>
                </c:pt>
                <c:pt idx="30">
                  <c:v>2009-08-31</c:v>
                </c:pt>
                <c:pt idx="31">
                  <c:v>2009-09-23</c:v>
                </c:pt>
                <c:pt idx="32">
                  <c:v>2009-10-26</c:v>
                </c:pt>
                <c:pt idx="33">
                  <c:v>2009-11-18</c:v>
                </c:pt>
                <c:pt idx="34">
                  <c:v>2009-12-11</c:v>
                </c:pt>
                <c:pt idx="35">
                  <c:v>2010-01-06</c:v>
                </c:pt>
                <c:pt idx="36">
                  <c:v>2010-01-29</c:v>
                </c:pt>
                <c:pt idx="37">
                  <c:v>2010-03-02</c:v>
                </c:pt>
                <c:pt idx="38">
                  <c:v>2010-03-25</c:v>
                </c:pt>
                <c:pt idx="39">
                  <c:v>2010-04-20</c:v>
                </c:pt>
                <c:pt idx="40">
                  <c:v>2010-05-14</c:v>
                </c:pt>
                <c:pt idx="41">
                  <c:v>2010-06-08</c:v>
                </c:pt>
                <c:pt idx="42">
                  <c:v>2010-07-06</c:v>
                </c:pt>
                <c:pt idx="43">
                  <c:v>2010-07-29</c:v>
                </c:pt>
                <c:pt idx="44">
                  <c:v>2010-08-23</c:v>
                </c:pt>
                <c:pt idx="45">
                  <c:v>2010-09-15</c:v>
                </c:pt>
                <c:pt idx="46">
                  <c:v>2010-10-20</c:v>
                </c:pt>
                <c:pt idx="47">
                  <c:v>2010-11-12</c:v>
                </c:pt>
                <c:pt idx="48">
                  <c:v>2010-12-07</c:v>
                </c:pt>
                <c:pt idx="49">
                  <c:v>2010-12-30</c:v>
                </c:pt>
                <c:pt idx="50">
                  <c:v>2011-01-25</c:v>
                </c:pt>
                <c:pt idx="51">
                  <c:v>2011-02-24</c:v>
                </c:pt>
                <c:pt idx="52">
                  <c:v>2011-03-21</c:v>
                </c:pt>
                <c:pt idx="53">
                  <c:v>2011-04-15</c:v>
                </c:pt>
                <c:pt idx="54">
                  <c:v>2011-05-11</c:v>
                </c:pt>
                <c:pt idx="55">
                  <c:v>2011-06-03</c:v>
                </c:pt>
                <c:pt idx="56">
                  <c:v>2011-06-29</c:v>
                </c:pt>
                <c:pt idx="57">
                  <c:v>2011-07-22</c:v>
                </c:pt>
                <c:pt idx="58">
                  <c:v>2011-08-16</c:v>
                </c:pt>
                <c:pt idx="59">
                  <c:v>2011-09-08</c:v>
                </c:pt>
                <c:pt idx="60">
                  <c:v>2011-10-11</c:v>
                </c:pt>
                <c:pt idx="61">
                  <c:v>2011-11-03</c:v>
                </c:pt>
                <c:pt idx="62">
                  <c:v>2011-11-28</c:v>
                </c:pt>
                <c:pt idx="63">
                  <c:v>2011-12-21</c:v>
                </c:pt>
                <c:pt idx="64">
                  <c:v>2012-01-17</c:v>
                </c:pt>
                <c:pt idx="65">
                  <c:v>2012-02-16</c:v>
                </c:pt>
                <c:pt idx="66">
                  <c:v>2012-03-12</c:v>
                </c:pt>
                <c:pt idx="67">
                  <c:v>2012-04-09</c:v>
                </c:pt>
                <c:pt idx="68">
                  <c:v>2012-05-04</c:v>
                </c:pt>
                <c:pt idx="69">
                  <c:v>2012-05-29</c:v>
                </c:pt>
                <c:pt idx="70">
                  <c:v>2012-06-21</c:v>
                </c:pt>
                <c:pt idx="71">
                  <c:v>2012-07-17</c:v>
                </c:pt>
                <c:pt idx="72">
                  <c:v>2012-08-09</c:v>
                </c:pt>
                <c:pt idx="73">
                  <c:v>2012-09-03</c:v>
                </c:pt>
                <c:pt idx="74">
                  <c:v>2012-09-26</c:v>
                </c:pt>
                <c:pt idx="75">
                  <c:v>2012-10-26</c:v>
                </c:pt>
                <c:pt idx="76">
                  <c:v>2012-11-20</c:v>
                </c:pt>
                <c:pt idx="77">
                  <c:v>2012-12-13</c:v>
                </c:pt>
                <c:pt idx="78">
                  <c:v>2013-01-10</c:v>
                </c:pt>
                <c:pt idx="79">
                  <c:v>2013-02-04</c:v>
                </c:pt>
                <c:pt idx="80">
                  <c:v>2013-03-06</c:v>
                </c:pt>
                <c:pt idx="81">
                  <c:v>2013-03-29</c:v>
                </c:pt>
                <c:pt idx="82">
                  <c:v>2013-04-25</c:v>
                </c:pt>
                <c:pt idx="83">
                  <c:v>2013-05-23</c:v>
                </c:pt>
                <c:pt idx="84">
                  <c:v>2013-06-20</c:v>
                </c:pt>
                <c:pt idx="85">
                  <c:v>2013-07-15</c:v>
                </c:pt>
                <c:pt idx="86">
                  <c:v>2013-08-07</c:v>
                </c:pt>
                <c:pt idx="87">
                  <c:v>2013-08-30</c:v>
                </c:pt>
                <c:pt idx="88">
                  <c:v>2013-09-26</c:v>
                </c:pt>
                <c:pt idx="89">
                  <c:v>2013-10-28</c:v>
                </c:pt>
                <c:pt idx="90">
                  <c:v>2013-11-20</c:v>
                </c:pt>
                <c:pt idx="91">
                  <c:v>2013-12-13</c:v>
                </c:pt>
                <c:pt idx="92">
                  <c:v>2014-01-08</c:v>
                </c:pt>
                <c:pt idx="93">
                  <c:v>2014-02-07</c:v>
                </c:pt>
                <c:pt idx="94">
                  <c:v>2014-03-04</c:v>
                </c:pt>
                <c:pt idx="95">
                  <c:v>2014-03-27</c:v>
                </c:pt>
                <c:pt idx="96">
                  <c:v>2014-04-22</c:v>
                </c:pt>
                <c:pt idx="97">
                  <c:v>2014-05-19</c:v>
                </c:pt>
                <c:pt idx="98">
                  <c:v>2014-06-12</c:v>
                </c:pt>
                <c:pt idx="99">
                  <c:v>2014-07-07</c:v>
                </c:pt>
                <c:pt idx="100">
                  <c:v>2014-07-30</c:v>
                </c:pt>
                <c:pt idx="101">
                  <c:v>2014-08-22</c:v>
                </c:pt>
                <c:pt idx="102">
                  <c:v>2014-09-17</c:v>
                </c:pt>
                <c:pt idx="103">
                  <c:v>2014-10-17</c:v>
                </c:pt>
                <c:pt idx="104">
                  <c:v>2014-11-11</c:v>
                </c:pt>
                <c:pt idx="105">
                  <c:v>2014-12-04</c:v>
                </c:pt>
                <c:pt idx="106">
                  <c:v>2014-12-29</c:v>
                </c:pt>
                <c:pt idx="107">
                  <c:v>2015-01-23</c:v>
                </c:pt>
                <c:pt idx="108">
                  <c:v>2015-02-17</c:v>
                </c:pt>
                <c:pt idx="109">
                  <c:v>2015-03-19</c:v>
                </c:pt>
                <c:pt idx="110">
                  <c:v>2015-04-14</c:v>
                </c:pt>
                <c:pt idx="111">
                  <c:v>2015-05-08</c:v>
                </c:pt>
                <c:pt idx="112">
                  <c:v>2015-06-02</c:v>
                </c:pt>
                <c:pt idx="113">
                  <c:v>2015-06-26</c:v>
                </c:pt>
                <c:pt idx="114">
                  <c:v>2015-07-21</c:v>
                </c:pt>
                <c:pt idx="115">
                  <c:v>2015-08-13</c:v>
                </c:pt>
                <c:pt idx="116">
                  <c:v>2015-09-09</c:v>
                </c:pt>
                <c:pt idx="117">
                  <c:v>2015-10-09</c:v>
                </c:pt>
                <c:pt idx="118">
                  <c:v>2015-11-03</c:v>
                </c:pt>
                <c:pt idx="119">
                  <c:v>2015-11-26</c:v>
                </c:pt>
                <c:pt idx="120">
                  <c:v>2015-12-21</c:v>
                </c:pt>
                <c:pt idx="121">
                  <c:v>2016-01-14</c:v>
                </c:pt>
                <c:pt idx="122">
                  <c:v>2016-02-15</c:v>
                </c:pt>
                <c:pt idx="123">
                  <c:v>2016-03-09</c:v>
                </c:pt>
                <c:pt idx="124">
                  <c:v>2016-04-01</c:v>
                </c:pt>
                <c:pt idx="125">
                  <c:v>2016-04-27</c:v>
                </c:pt>
                <c:pt idx="126">
                  <c:v>2016-05-23</c:v>
                </c:pt>
                <c:pt idx="127">
                  <c:v>2016-06-17</c:v>
                </c:pt>
                <c:pt idx="128">
                  <c:v>2016-07-12</c:v>
                </c:pt>
                <c:pt idx="129">
                  <c:v>2016-08-04</c:v>
                </c:pt>
                <c:pt idx="130">
                  <c:v>2016-08-29</c:v>
                </c:pt>
                <c:pt idx="131">
                  <c:v>2016-09-23</c:v>
                </c:pt>
                <c:pt idx="132">
                  <c:v>2016-10-25</c:v>
                </c:pt>
                <c:pt idx="133">
                  <c:v>2016-11-17</c:v>
                </c:pt>
                <c:pt idx="134">
                  <c:v>2016-12-12</c:v>
                </c:pt>
                <c:pt idx="135">
                  <c:v>2017-01-05</c:v>
                </c:pt>
                <c:pt idx="136">
                  <c:v>2017-02-06</c:v>
                </c:pt>
                <c:pt idx="137">
                  <c:v>2017-03-01</c:v>
                </c:pt>
                <c:pt idx="138">
                  <c:v>2017-03-24</c:v>
                </c:pt>
                <c:pt idx="139">
                  <c:v>2017-03-31</c:v>
                </c:pt>
              </c:strCache>
            </c:strRef>
          </c:cat>
          <c:val>
            <c:numRef>
              <c:f>'Chart Data'!$F$2:$F$141</c:f>
              <c:numCache>
                <c:formatCode>0.0</c:formatCode>
                <c:ptCount val="140"/>
                <c:pt idx="0">
                  <c:v>1</c:v>
                </c:pt>
                <c:pt idx="1">
                  <c:v>1.20771075</c:v>
                </c:pt>
                <c:pt idx="2">
                  <c:v>1.27610347</c:v>
                </c:pt>
                <c:pt idx="3">
                  <c:v>1.27610347</c:v>
                </c:pt>
                <c:pt idx="4">
                  <c:v>1.27610347</c:v>
                </c:pt>
                <c:pt idx="5">
                  <c:v>1.27610347</c:v>
                </c:pt>
                <c:pt idx="6">
                  <c:v>1.27610347</c:v>
                </c:pt>
                <c:pt idx="7">
                  <c:v>1.13193431</c:v>
                </c:pt>
                <c:pt idx="8">
                  <c:v>1.13193431</c:v>
                </c:pt>
                <c:pt idx="9">
                  <c:v>1.13193431</c:v>
                </c:pt>
                <c:pt idx="10">
                  <c:v>1.13193431</c:v>
                </c:pt>
                <c:pt idx="11">
                  <c:v>1.13193431</c:v>
                </c:pt>
                <c:pt idx="12">
                  <c:v>1.13193431</c:v>
                </c:pt>
                <c:pt idx="13">
                  <c:v>1.13193431</c:v>
                </c:pt>
                <c:pt idx="14">
                  <c:v>1.13193431</c:v>
                </c:pt>
                <c:pt idx="15">
                  <c:v>1.13193431</c:v>
                </c:pt>
                <c:pt idx="16">
                  <c:v>1.13193431</c:v>
                </c:pt>
                <c:pt idx="17">
                  <c:v>1.13193431</c:v>
                </c:pt>
                <c:pt idx="18">
                  <c:v>1.13193431</c:v>
                </c:pt>
                <c:pt idx="19">
                  <c:v>1.07640086</c:v>
                </c:pt>
                <c:pt idx="20">
                  <c:v>1.19820611</c:v>
                </c:pt>
                <c:pt idx="21">
                  <c:v>1.14142867</c:v>
                </c:pt>
                <c:pt idx="22">
                  <c:v>1.43768268</c:v>
                </c:pt>
                <c:pt idx="23">
                  <c:v>1.29645725</c:v>
                </c:pt>
                <c:pt idx="24">
                  <c:v>1.50088875</c:v>
                </c:pt>
                <c:pt idx="25">
                  <c:v>1.52124898</c:v>
                </c:pt>
                <c:pt idx="26">
                  <c:v>1.59259095</c:v>
                </c:pt>
                <c:pt idx="27">
                  <c:v>1.59259095</c:v>
                </c:pt>
                <c:pt idx="28">
                  <c:v>1.61552426</c:v>
                </c:pt>
                <c:pt idx="29">
                  <c:v>1.71296308</c:v>
                </c:pt>
                <c:pt idx="30">
                  <c:v>1.70596232</c:v>
                </c:pt>
                <c:pt idx="31">
                  <c:v>1.70596232</c:v>
                </c:pt>
                <c:pt idx="32">
                  <c:v>1.70596232</c:v>
                </c:pt>
                <c:pt idx="33">
                  <c:v>1.70596232</c:v>
                </c:pt>
                <c:pt idx="34">
                  <c:v>1.70596232</c:v>
                </c:pt>
                <c:pt idx="35">
                  <c:v>1.70596232</c:v>
                </c:pt>
                <c:pt idx="36">
                  <c:v>1.70596232</c:v>
                </c:pt>
                <c:pt idx="37">
                  <c:v>1.70596232</c:v>
                </c:pt>
                <c:pt idx="38">
                  <c:v>1.70596232</c:v>
                </c:pt>
                <c:pt idx="39">
                  <c:v>1.70596232</c:v>
                </c:pt>
                <c:pt idx="40">
                  <c:v>1.70596232</c:v>
                </c:pt>
                <c:pt idx="41">
                  <c:v>1.70596232</c:v>
                </c:pt>
                <c:pt idx="42">
                  <c:v>1.70596232</c:v>
                </c:pt>
                <c:pt idx="43">
                  <c:v>1.70596232</c:v>
                </c:pt>
                <c:pt idx="44">
                  <c:v>1.74660544</c:v>
                </c:pt>
                <c:pt idx="45">
                  <c:v>1.75685763</c:v>
                </c:pt>
                <c:pt idx="46">
                  <c:v>2.04855659</c:v>
                </c:pt>
                <c:pt idx="47">
                  <c:v>2.12710141</c:v>
                </c:pt>
                <c:pt idx="48">
                  <c:v>2.12710141</c:v>
                </c:pt>
                <c:pt idx="49">
                  <c:v>2.12710141</c:v>
                </c:pt>
                <c:pt idx="50">
                  <c:v>2.12710141</c:v>
                </c:pt>
                <c:pt idx="51">
                  <c:v>2.07303944</c:v>
                </c:pt>
                <c:pt idx="52">
                  <c:v>2.08354451</c:v>
                </c:pt>
                <c:pt idx="53">
                  <c:v>2.18218303</c:v>
                </c:pt>
                <c:pt idx="54">
                  <c:v>2.04325234</c:v>
                </c:pt>
                <c:pt idx="55">
                  <c:v>1.95399015</c:v>
                </c:pt>
                <c:pt idx="56">
                  <c:v>1.93184792</c:v>
                </c:pt>
                <c:pt idx="57">
                  <c:v>1.99567191</c:v>
                </c:pt>
                <c:pt idx="58">
                  <c:v>1.99567191</c:v>
                </c:pt>
                <c:pt idx="59">
                  <c:v>1.99567191</c:v>
                </c:pt>
                <c:pt idx="60">
                  <c:v>1.99567191</c:v>
                </c:pt>
                <c:pt idx="61">
                  <c:v>1.99567191</c:v>
                </c:pt>
                <c:pt idx="62">
                  <c:v>1.99567191</c:v>
                </c:pt>
                <c:pt idx="63">
                  <c:v>1.99567191</c:v>
                </c:pt>
                <c:pt idx="64">
                  <c:v>2.06178035</c:v>
                </c:pt>
                <c:pt idx="65">
                  <c:v>2.08143115</c:v>
                </c:pt>
                <c:pt idx="66">
                  <c:v>2.12361466</c:v>
                </c:pt>
                <c:pt idx="67">
                  <c:v>1.99620898</c:v>
                </c:pt>
                <c:pt idx="68">
                  <c:v>2.17280085</c:v>
                </c:pt>
                <c:pt idx="69">
                  <c:v>2.12077453</c:v>
                </c:pt>
                <c:pt idx="70">
                  <c:v>2.0944243</c:v>
                </c:pt>
                <c:pt idx="71">
                  <c:v>2.0944243</c:v>
                </c:pt>
                <c:pt idx="72">
                  <c:v>2.0944243</c:v>
                </c:pt>
                <c:pt idx="73">
                  <c:v>2.0944243</c:v>
                </c:pt>
                <c:pt idx="74">
                  <c:v>2.0944243</c:v>
                </c:pt>
                <c:pt idx="75">
                  <c:v>2.0944243</c:v>
                </c:pt>
                <c:pt idx="76">
                  <c:v>2.0944243</c:v>
                </c:pt>
                <c:pt idx="77">
                  <c:v>2.0944243</c:v>
                </c:pt>
                <c:pt idx="78">
                  <c:v>2.2420771</c:v>
                </c:pt>
                <c:pt idx="79">
                  <c:v>2.27888625</c:v>
                </c:pt>
                <c:pt idx="80">
                  <c:v>2.27888625</c:v>
                </c:pt>
                <c:pt idx="81">
                  <c:v>2.27888625</c:v>
                </c:pt>
                <c:pt idx="82">
                  <c:v>2.27888625</c:v>
                </c:pt>
                <c:pt idx="83">
                  <c:v>2.27888625</c:v>
                </c:pt>
                <c:pt idx="84">
                  <c:v>2.27888625</c:v>
                </c:pt>
                <c:pt idx="85">
                  <c:v>2.27888625</c:v>
                </c:pt>
                <c:pt idx="86">
                  <c:v>2.30183092</c:v>
                </c:pt>
                <c:pt idx="87">
                  <c:v>2.33543053</c:v>
                </c:pt>
                <c:pt idx="88">
                  <c:v>2.40661649</c:v>
                </c:pt>
                <c:pt idx="89">
                  <c:v>2.38795453</c:v>
                </c:pt>
                <c:pt idx="90">
                  <c:v>2.38912158</c:v>
                </c:pt>
                <c:pt idx="91">
                  <c:v>2.38912158</c:v>
                </c:pt>
                <c:pt idx="92">
                  <c:v>2.38912158</c:v>
                </c:pt>
                <c:pt idx="93">
                  <c:v>2.38912158</c:v>
                </c:pt>
                <c:pt idx="94">
                  <c:v>2.28021106</c:v>
                </c:pt>
                <c:pt idx="95">
                  <c:v>2.25234477</c:v>
                </c:pt>
                <c:pt idx="96">
                  <c:v>2.25234477</c:v>
                </c:pt>
                <c:pt idx="97">
                  <c:v>2.25234477</c:v>
                </c:pt>
                <c:pt idx="98">
                  <c:v>2.25234477</c:v>
                </c:pt>
                <c:pt idx="99">
                  <c:v>2.25234477</c:v>
                </c:pt>
                <c:pt idx="100">
                  <c:v>2.32695726</c:v>
                </c:pt>
                <c:pt idx="101">
                  <c:v>2.37919053</c:v>
                </c:pt>
                <c:pt idx="102">
                  <c:v>2.33648506</c:v>
                </c:pt>
                <c:pt idx="103">
                  <c:v>2.38962842</c:v>
                </c:pt>
                <c:pt idx="104">
                  <c:v>2.49021504</c:v>
                </c:pt>
                <c:pt idx="105">
                  <c:v>3.02136671</c:v>
                </c:pt>
                <c:pt idx="106">
                  <c:v>3.24775166</c:v>
                </c:pt>
                <c:pt idx="107">
                  <c:v>3.20830337</c:v>
                </c:pt>
                <c:pt idx="108">
                  <c:v>3.16392089</c:v>
                </c:pt>
                <c:pt idx="109">
                  <c:v>3.44904312</c:v>
                </c:pt>
                <c:pt idx="110">
                  <c:v>3.98659134</c:v>
                </c:pt>
                <c:pt idx="111">
                  <c:v>4.09457885</c:v>
                </c:pt>
                <c:pt idx="112">
                  <c:v>4.63664525</c:v>
                </c:pt>
                <c:pt idx="113">
                  <c:v>4.79961637</c:v>
                </c:pt>
                <c:pt idx="114">
                  <c:v>4.79961637</c:v>
                </c:pt>
                <c:pt idx="115">
                  <c:v>4.79961637</c:v>
                </c:pt>
                <c:pt idx="116">
                  <c:v>4.79961637</c:v>
                </c:pt>
                <c:pt idx="117">
                  <c:v>4.79961637</c:v>
                </c:pt>
                <c:pt idx="118">
                  <c:v>4.73128923</c:v>
                </c:pt>
                <c:pt idx="119">
                  <c:v>5.17113384</c:v>
                </c:pt>
                <c:pt idx="120">
                  <c:v>5.17113384</c:v>
                </c:pt>
                <c:pt idx="121">
                  <c:v>5.17113384</c:v>
                </c:pt>
                <c:pt idx="122">
                  <c:v>5.17113384</c:v>
                </c:pt>
                <c:pt idx="123">
                  <c:v>5.17113384</c:v>
                </c:pt>
                <c:pt idx="124">
                  <c:v>5.17113384</c:v>
                </c:pt>
                <c:pt idx="125">
                  <c:v>5.17113384</c:v>
                </c:pt>
                <c:pt idx="126">
                  <c:v>5.17113384</c:v>
                </c:pt>
                <c:pt idx="127">
                  <c:v>5.17113384</c:v>
                </c:pt>
                <c:pt idx="128">
                  <c:v>5.17113384</c:v>
                </c:pt>
                <c:pt idx="129">
                  <c:v>5.17113384</c:v>
                </c:pt>
                <c:pt idx="130">
                  <c:v>5.01584643</c:v>
                </c:pt>
                <c:pt idx="131">
                  <c:v>4.96715551</c:v>
                </c:pt>
                <c:pt idx="132">
                  <c:v>5.10632873</c:v>
                </c:pt>
                <c:pt idx="133">
                  <c:v>5.21108016</c:v>
                </c:pt>
                <c:pt idx="134">
                  <c:v>5.16960721</c:v>
                </c:pt>
                <c:pt idx="135">
                  <c:v>5.1068443</c:v>
                </c:pt>
                <c:pt idx="136">
                  <c:v>5.0873538</c:v>
                </c:pt>
                <c:pt idx="137">
                  <c:v>5.09904969</c:v>
                </c:pt>
                <c:pt idx="138">
                  <c:v>5.14499133</c:v>
                </c:pt>
                <c:pt idx="139">
                  <c:v>5.09552593</c:v>
                </c:pt>
              </c:numCache>
            </c:numRef>
          </c:val>
          <c:smooth val="0"/>
        </c:ser>
        <c:ser>
          <c:idx val="3"/>
          <c:order val="3"/>
          <c:tx>
            <c:v>每边30bp</c:v>
          </c:tx>
          <c:spPr>
            <a:solidFill xmlns:a="http://schemas.openxmlformats.org/drawingml/2006/main">
              <a:srgbClr val="8A9099"/>
            </a:solidFill>
            <a:ln xmlns:a="http://schemas.openxmlformats.org/drawingml/2006/main" w="20003">
              <a:solidFill>
                <a:srgbClr val="8A9099"/>
              </a:solidFill>
            </a:ln>
          </c:spPr>
          <c:marker>
            <c:symbol val="none"/>
          </c:marker>
          <c:cat>
            <c:strRef>
              <c:f>'Chart Data'!$G$2:$G$141</c:f>
              <c:strCache>
                <c:ptCount val="140"/>
                <c:pt idx="0">
                  <c:v>2007-08-01</c:v>
                </c:pt>
                <c:pt idx="1">
                  <c:v>2007-08-24</c:v>
                </c:pt>
                <c:pt idx="2">
                  <c:v>2007-09-18</c:v>
                </c:pt>
                <c:pt idx="3">
                  <c:v>2007-10-18</c:v>
                </c:pt>
                <c:pt idx="4">
                  <c:v>2007-11-12</c:v>
                </c:pt>
                <c:pt idx="5">
                  <c:v>2007-12-05</c:v>
                </c:pt>
                <c:pt idx="6">
                  <c:v>2007-12-28</c:v>
                </c:pt>
                <c:pt idx="7">
                  <c:v>2008-01-24</c:v>
                </c:pt>
                <c:pt idx="8">
                  <c:v>2008-02-25</c:v>
                </c:pt>
                <c:pt idx="9">
                  <c:v>2008-03-19</c:v>
                </c:pt>
                <c:pt idx="10">
                  <c:v>2008-04-14</c:v>
                </c:pt>
                <c:pt idx="11">
                  <c:v>2008-05-09</c:v>
                </c:pt>
                <c:pt idx="12">
                  <c:v>2008-06-03</c:v>
                </c:pt>
                <c:pt idx="13">
                  <c:v>2008-06-27</c:v>
                </c:pt>
                <c:pt idx="14">
                  <c:v>2008-07-22</c:v>
                </c:pt>
                <c:pt idx="15">
                  <c:v>2008-08-14</c:v>
                </c:pt>
                <c:pt idx="16">
                  <c:v>2008-09-08</c:v>
                </c:pt>
                <c:pt idx="17">
                  <c:v>2008-10-09</c:v>
                </c:pt>
                <c:pt idx="18">
                  <c:v>2008-11-03</c:v>
                </c:pt>
                <c:pt idx="19">
                  <c:v>2008-11-26</c:v>
                </c:pt>
                <c:pt idx="20">
                  <c:v>2008-12-19</c:v>
                </c:pt>
                <c:pt idx="21">
                  <c:v>2009-01-15</c:v>
                </c:pt>
                <c:pt idx="22">
                  <c:v>2009-02-16</c:v>
                </c:pt>
                <c:pt idx="23">
                  <c:v>2009-03-11</c:v>
                </c:pt>
                <c:pt idx="24">
                  <c:v>2009-04-03</c:v>
                </c:pt>
                <c:pt idx="25">
                  <c:v>2009-04-29</c:v>
                </c:pt>
                <c:pt idx="26">
                  <c:v>2009-05-25</c:v>
                </c:pt>
                <c:pt idx="27">
                  <c:v>2009-06-19</c:v>
                </c:pt>
                <c:pt idx="28">
                  <c:v>2009-07-14</c:v>
                </c:pt>
                <c:pt idx="29">
                  <c:v>2009-08-06</c:v>
                </c:pt>
                <c:pt idx="30">
                  <c:v>2009-08-31</c:v>
                </c:pt>
                <c:pt idx="31">
                  <c:v>2009-09-23</c:v>
                </c:pt>
                <c:pt idx="32">
                  <c:v>2009-10-26</c:v>
                </c:pt>
                <c:pt idx="33">
                  <c:v>2009-11-18</c:v>
                </c:pt>
                <c:pt idx="34">
                  <c:v>2009-12-11</c:v>
                </c:pt>
                <c:pt idx="35">
                  <c:v>2010-01-06</c:v>
                </c:pt>
                <c:pt idx="36">
                  <c:v>2010-01-29</c:v>
                </c:pt>
                <c:pt idx="37">
                  <c:v>2010-03-02</c:v>
                </c:pt>
                <c:pt idx="38">
                  <c:v>2010-03-25</c:v>
                </c:pt>
                <c:pt idx="39">
                  <c:v>2010-04-20</c:v>
                </c:pt>
                <c:pt idx="40">
                  <c:v>2010-05-14</c:v>
                </c:pt>
                <c:pt idx="41">
                  <c:v>2010-06-08</c:v>
                </c:pt>
                <c:pt idx="42">
                  <c:v>2010-07-06</c:v>
                </c:pt>
                <c:pt idx="43">
                  <c:v>2010-07-29</c:v>
                </c:pt>
                <c:pt idx="44">
                  <c:v>2010-08-23</c:v>
                </c:pt>
                <c:pt idx="45">
                  <c:v>2010-09-15</c:v>
                </c:pt>
                <c:pt idx="46">
                  <c:v>2010-10-20</c:v>
                </c:pt>
                <c:pt idx="47">
                  <c:v>2010-11-12</c:v>
                </c:pt>
                <c:pt idx="48">
                  <c:v>2010-12-07</c:v>
                </c:pt>
                <c:pt idx="49">
                  <c:v>2010-12-30</c:v>
                </c:pt>
                <c:pt idx="50">
                  <c:v>2011-01-25</c:v>
                </c:pt>
                <c:pt idx="51">
                  <c:v>2011-02-24</c:v>
                </c:pt>
                <c:pt idx="52">
                  <c:v>2011-03-21</c:v>
                </c:pt>
                <c:pt idx="53">
                  <c:v>2011-04-15</c:v>
                </c:pt>
                <c:pt idx="54">
                  <c:v>2011-05-11</c:v>
                </c:pt>
                <c:pt idx="55">
                  <c:v>2011-06-03</c:v>
                </c:pt>
                <c:pt idx="56">
                  <c:v>2011-06-29</c:v>
                </c:pt>
                <c:pt idx="57">
                  <c:v>2011-07-22</c:v>
                </c:pt>
                <c:pt idx="58">
                  <c:v>2011-08-16</c:v>
                </c:pt>
                <c:pt idx="59">
                  <c:v>2011-09-08</c:v>
                </c:pt>
                <c:pt idx="60">
                  <c:v>2011-10-11</c:v>
                </c:pt>
                <c:pt idx="61">
                  <c:v>2011-11-03</c:v>
                </c:pt>
                <c:pt idx="62">
                  <c:v>2011-11-28</c:v>
                </c:pt>
                <c:pt idx="63">
                  <c:v>2011-12-21</c:v>
                </c:pt>
                <c:pt idx="64">
                  <c:v>2012-01-17</c:v>
                </c:pt>
                <c:pt idx="65">
                  <c:v>2012-02-16</c:v>
                </c:pt>
                <c:pt idx="66">
                  <c:v>2012-03-12</c:v>
                </c:pt>
                <c:pt idx="67">
                  <c:v>2012-04-09</c:v>
                </c:pt>
                <c:pt idx="68">
                  <c:v>2012-05-04</c:v>
                </c:pt>
                <c:pt idx="69">
                  <c:v>2012-05-29</c:v>
                </c:pt>
                <c:pt idx="70">
                  <c:v>2012-06-21</c:v>
                </c:pt>
                <c:pt idx="71">
                  <c:v>2012-07-17</c:v>
                </c:pt>
                <c:pt idx="72">
                  <c:v>2012-08-09</c:v>
                </c:pt>
                <c:pt idx="73">
                  <c:v>2012-09-03</c:v>
                </c:pt>
                <c:pt idx="74">
                  <c:v>2012-09-26</c:v>
                </c:pt>
                <c:pt idx="75">
                  <c:v>2012-10-26</c:v>
                </c:pt>
                <c:pt idx="76">
                  <c:v>2012-11-20</c:v>
                </c:pt>
                <c:pt idx="77">
                  <c:v>2012-12-13</c:v>
                </c:pt>
                <c:pt idx="78">
                  <c:v>2013-01-10</c:v>
                </c:pt>
                <c:pt idx="79">
                  <c:v>2013-02-04</c:v>
                </c:pt>
                <c:pt idx="80">
                  <c:v>2013-03-06</c:v>
                </c:pt>
                <c:pt idx="81">
                  <c:v>2013-03-29</c:v>
                </c:pt>
                <c:pt idx="82">
                  <c:v>2013-04-25</c:v>
                </c:pt>
                <c:pt idx="83">
                  <c:v>2013-05-23</c:v>
                </c:pt>
                <c:pt idx="84">
                  <c:v>2013-06-20</c:v>
                </c:pt>
                <c:pt idx="85">
                  <c:v>2013-07-15</c:v>
                </c:pt>
                <c:pt idx="86">
                  <c:v>2013-08-07</c:v>
                </c:pt>
                <c:pt idx="87">
                  <c:v>2013-08-30</c:v>
                </c:pt>
                <c:pt idx="88">
                  <c:v>2013-09-26</c:v>
                </c:pt>
                <c:pt idx="89">
                  <c:v>2013-10-28</c:v>
                </c:pt>
                <c:pt idx="90">
                  <c:v>2013-11-20</c:v>
                </c:pt>
                <c:pt idx="91">
                  <c:v>2013-12-13</c:v>
                </c:pt>
                <c:pt idx="92">
                  <c:v>2014-01-08</c:v>
                </c:pt>
                <c:pt idx="93">
                  <c:v>2014-02-07</c:v>
                </c:pt>
                <c:pt idx="94">
                  <c:v>2014-03-04</c:v>
                </c:pt>
                <c:pt idx="95">
                  <c:v>2014-03-27</c:v>
                </c:pt>
                <c:pt idx="96">
                  <c:v>2014-04-22</c:v>
                </c:pt>
                <c:pt idx="97">
                  <c:v>2014-05-19</c:v>
                </c:pt>
                <c:pt idx="98">
                  <c:v>2014-06-12</c:v>
                </c:pt>
                <c:pt idx="99">
                  <c:v>2014-07-07</c:v>
                </c:pt>
                <c:pt idx="100">
                  <c:v>2014-07-30</c:v>
                </c:pt>
                <c:pt idx="101">
                  <c:v>2014-08-22</c:v>
                </c:pt>
                <c:pt idx="102">
                  <c:v>2014-09-17</c:v>
                </c:pt>
                <c:pt idx="103">
                  <c:v>2014-10-17</c:v>
                </c:pt>
                <c:pt idx="104">
                  <c:v>2014-11-11</c:v>
                </c:pt>
                <c:pt idx="105">
                  <c:v>2014-12-04</c:v>
                </c:pt>
                <c:pt idx="106">
                  <c:v>2014-12-29</c:v>
                </c:pt>
                <c:pt idx="107">
                  <c:v>2015-01-23</c:v>
                </c:pt>
                <c:pt idx="108">
                  <c:v>2015-02-17</c:v>
                </c:pt>
                <c:pt idx="109">
                  <c:v>2015-03-19</c:v>
                </c:pt>
                <c:pt idx="110">
                  <c:v>2015-04-14</c:v>
                </c:pt>
                <c:pt idx="111">
                  <c:v>2015-05-08</c:v>
                </c:pt>
                <c:pt idx="112">
                  <c:v>2015-06-02</c:v>
                </c:pt>
                <c:pt idx="113">
                  <c:v>2015-06-26</c:v>
                </c:pt>
                <c:pt idx="114">
                  <c:v>2015-07-21</c:v>
                </c:pt>
                <c:pt idx="115">
                  <c:v>2015-08-13</c:v>
                </c:pt>
                <c:pt idx="116">
                  <c:v>2015-09-09</c:v>
                </c:pt>
                <c:pt idx="117">
                  <c:v>2015-10-09</c:v>
                </c:pt>
                <c:pt idx="118">
                  <c:v>2015-11-03</c:v>
                </c:pt>
                <c:pt idx="119">
                  <c:v>2015-11-26</c:v>
                </c:pt>
                <c:pt idx="120">
                  <c:v>2015-12-21</c:v>
                </c:pt>
                <c:pt idx="121">
                  <c:v>2016-01-14</c:v>
                </c:pt>
                <c:pt idx="122">
                  <c:v>2016-02-15</c:v>
                </c:pt>
                <c:pt idx="123">
                  <c:v>2016-03-09</c:v>
                </c:pt>
                <c:pt idx="124">
                  <c:v>2016-04-01</c:v>
                </c:pt>
                <c:pt idx="125">
                  <c:v>2016-04-27</c:v>
                </c:pt>
                <c:pt idx="126">
                  <c:v>2016-05-23</c:v>
                </c:pt>
                <c:pt idx="127">
                  <c:v>2016-06-17</c:v>
                </c:pt>
                <c:pt idx="128">
                  <c:v>2016-07-12</c:v>
                </c:pt>
                <c:pt idx="129">
                  <c:v>2016-08-04</c:v>
                </c:pt>
                <c:pt idx="130">
                  <c:v>2016-08-29</c:v>
                </c:pt>
                <c:pt idx="131">
                  <c:v>2016-09-23</c:v>
                </c:pt>
                <c:pt idx="132">
                  <c:v>2016-10-25</c:v>
                </c:pt>
                <c:pt idx="133">
                  <c:v>2016-11-17</c:v>
                </c:pt>
                <c:pt idx="134">
                  <c:v>2016-12-12</c:v>
                </c:pt>
                <c:pt idx="135">
                  <c:v>2017-01-05</c:v>
                </c:pt>
                <c:pt idx="136">
                  <c:v>2017-02-06</c:v>
                </c:pt>
                <c:pt idx="137">
                  <c:v>2017-03-01</c:v>
                </c:pt>
                <c:pt idx="138">
                  <c:v>2017-03-24</c:v>
                </c:pt>
                <c:pt idx="139">
                  <c:v>2017-03-31</c:v>
                </c:pt>
              </c:strCache>
            </c:strRef>
          </c:cat>
          <c:val>
            <c:numRef>
              <c:f>'Chart Data'!$H$2:$H$141</c:f>
              <c:numCache>
                <c:formatCode>0.0</c:formatCode>
                <c:ptCount val="140"/>
                <c:pt idx="0">
                  <c:v>1</c:v>
                </c:pt>
                <c:pt idx="1">
                  <c:v>1.20650665</c:v>
                </c:pt>
                <c:pt idx="2">
                  <c:v>1.27355379</c:v>
                </c:pt>
                <c:pt idx="3">
                  <c:v>1.27355379</c:v>
                </c:pt>
                <c:pt idx="4">
                  <c:v>1.27355379</c:v>
                </c:pt>
                <c:pt idx="5">
                  <c:v>1.27355379</c:v>
                </c:pt>
                <c:pt idx="6">
                  <c:v>1.27355379</c:v>
                </c:pt>
                <c:pt idx="7">
                  <c:v>1.12741559</c:v>
                </c:pt>
                <c:pt idx="8">
                  <c:v>1.12741559</c:v>
                </c:pt>
                <c:pt idx="9">
                  <c:v>1.12741559</c:v>
                </c:pt>
                <c:pt idx="10">
                  <c:v>1.12741559</c:v>
                </c:pt>
                <c:pt idx="11">
                  <c:v>1.12741559</c:v>
                </c:pt>
                <c:pt idx="12">
                  <c:v>1.12741559</c:v>
                </c:pt>
                <c:pt idx="13">
                  <c:v>1.12741559</c:v>
                </c:pt>
                <c:pt idx="14">
                  <c:v>1.12741559</c:v>
                </c:pt>
                <c:pt idx="15">
                  <c:v>1.12741559</c:v>
                </c:pt>
                <c:pt idx="16">
                  <c:v>1.12741559</c:v>
                </c:pt>
                <c:pt idx="17">
                  <c:v>1.12741559</c:v>
                </c:pt>
                <c:pt idx="18">
                  <c:v>1.12741559</c:v>
                </c:pt>
                <c:pt idx="19">
                  <c:v>1.07103493</c:v>
                </c:pt>
                <c:pt idx="20">
                  <c:v>1.19223297</c:v>
                </c:pt>
                <c:pt idx="21">
                  <c:v>1.13573857</c:v>
                </c:pt>
                <c:pt idx="22">
                  <c:v>1.43051573</c:v>
                </c:pt>
                <c:pt idx="23">
                  <c:v>1.28999432</c:v>
                </c:pt>
                <c:pt idx="24">
                  <c:v>1.49340672</c:v>
                </c:pt>
                <c:pt idx="25">
                  <c:v>1.51366546</c:v>
                </c:pt>
                <c:pt idx="26">
                  <c:v>1.58306396</c:v>
                </c:pt>
                <c:pt idx="27">
                  <c:v>1.58306396</c:v>
                </c:pt>
                <c:pt idx="28">
                  <c:v>1.60425901</c:v>
                </c:pt>
                <c:pt idx="29">
                  <c:v>1.70101839</c:v>
                </c:pt>
                <c:pt idx="30">
                  <c:v>1.69236898</c:v>
                </c:pt>
                <c:pt idx="31">
                  <c:v>1.69236898</c:v>
                </c:pt>
                <c:pt idx="32">
                  <c:v>1.69236898</c:v>
                </c:pt>
                <c:pt idx="33">
                  <c:v>1.69236898</c:v>
                </c:pt>
                <c:pt idx="34">
                  <c:v>1.69236898</c:v>
                </c:pt>
                <c:pt idx="35">
                  <c:v>1.69236898</c:v>
                </c:pt>
                <c:pt idx="36">
                  <c:v>1.69236898</c:v>
                </c:pt>
                <c:pt idx="37">
                  <c:v>1.69236898</c:v>
                </c:pt>
                <c:pt idx="38">
                  <c:v>1.69236898</c:v>
                </c:pt>
                <c:pt idx="39">
                  <c:v>1.69236898</c:v>
                </c:pt>
                <c:pt idx="40">
                  <c:v>1.69236898</c:v>
                </c:pt>
                <c:pt idx="41">
                  <c:v>1.69236898</c:v>
                </c:pt>
                <c:pt idx="42">
                  <c:v>1.69236898</c:v>
                </c:pt>
                <c:pt idx="43">
                  <c:v>1.69236898</c:v>
                </c:pt>
                <c:pt idx="44">
                  <c:v>1.73096075</c:v>
                </c:pt>
                <c:pt idx="45">
                  <c:v>1.74112111</c:v>
                </c:pt>
                <c:pt idx="46">
                  <c:v>2.03020725</c:v>
                </c:pt>
                <c:pt idx="47">
                  <c:v>2.10593626</c:v>
                </c:pt>
                <c:pt idx="48">
                  <c:v>2.10593626</c:v>
                </c:pt>
                <c:pt idx="49">
                  <c:v>2.10593626</c:v>
                </c:pt>
                <c:pt idx="50">
                  <c:v>2.10593626</c:v>
                </c:pt>
                <c:pt idx="51">
                  <c:v>2.05036595</c:v>
                </c:pt>
                <c:pt idx="52">
                  <c:v>2.06075613</c:v>
                </c:pt>
                <c:pt idx="53">
                  <c:v>2.1583158</c:v>
                </c:pt>
                <c:pt idx="54">
                  <c:v>2.02090464</c:v>
                </c:pt>
                <c:pt idx="55">
                  <c:v>1.93068224</c:v>
                </c:pt>
                <c:pt idx="56">
                  <c:v>1.90690104</c:v>
                </c:pt>
                <c:pt idx="57">
                  <c:v>1.967927</c:v>
                </c:pt>
                <c:pt idx="58">
                  <c:v>1.967927</c:v>
                </c:pt>
                <c:pt idx="59">
                  <c:v>1.967927</c:v>
                </c:pt>
                <c:pt idx="60">
                  <c:v>1.967927</c:v>
                </c:pt>
                <c:pt idx="61">
                  <c:v>1.967927</c:v>
                </c:pt>
                <c:pt idx="62">
                  <c:v>1.967927</c:v>
                </c:pt>
                <c:pt idx="63">
                  <c:v>1.967927</c:v>
                </c:pt>
                <c:pt idx="64">
                  <c:v>2.03108932</c:v>
                </c:pt>
                <c:pt idx="65">
                  <c:v>2.04839305</c:v>
                </c:pt>
                <c:pt idx="66">
                  <c:v>2.08782334</c:v>
                </c:pt>
                <c:pt idx="67">
                  <c:v>1.96256495</c:v>
                </c:pt>
                <c:pt idx="68">
                  <c:v>2.13618055</c:v>
                </c:pt>
                <c:pt idx="69">
                  <c:v>2.08503108</c:v>
                </c:pt>
                <c:pt idx="70">
                  <c:v>2.0570617</c:v>
                </c:pt>
                <c:pt idx="71">
                  <c:v>2.0570617</c:v>
                </c:pt>
                <c:pt idx="72">
                  <c:v>2.0570617</c:v>
                </c:pt>
                <c:pt idx="73">
                  <c:v>2.0570617</c:v>
                </c:pt>
                <c:pt idx="74">
                  <c:v>2.0570617</c:v>
                </c:pt>
                <c:pt idx="75">
                  <c:v>2.0570617</c:v>
                </c:pt>
                <c:pt idx="76">
                  <c:v>2.0570617</c:v>
                </c:pt>
                <c:pt idx="77">
                  <c:v>2.0570617</c:v>
                </c:pt>
                <c:pt idx="78">
                  <c:v>2.19988501</c:v>
                </c:pt>
                <c:pt idx="79">
                  <c:v>2.23376099</c:v>
                </c:pt>
                <c:pt idx="80">
                  <c:v>2.23376099</c:v>
                </c:pt>
                <c:pt idx="81">
                  <c:v>2.23376099</c:v>
                </c:pt>
                <c:pt idx="82">
                  <c:v>2.23376099</c:v>
                </c:pt>
                <c:pt idx="83">
                  <c:v>2.23376099</c:v>
                </c:pt>
                <c:pt idx="84">
                  <c:v>2.23376099</c:v>
                </c:pt>
                <c:pt idx="85">
                  <c:v>2.23376099</c:v>
                </c:pt>
                <c:pt idx="86">
                  <c:v>2.25400182</c:v>
                </c:pt>
                <c:pt idx="87">
                  <c:v>2.28690328</c:v>
                </c:pt>
                <c:pt idx="88">
                  <c:v>2.35661009</c:v>
                </c:pt>
                <c:pt idx="89">
                  <c:v>2.3383359</c:v>
                </c:pt>
                <c:pt idx="90">
                  <c:v>2.33713453</c:v>
                </c:pt>
                <c:pt idx="91">
                  <c:v>2.33713453</c:v>
                </c:pt>
                <c:pt idx="92">
                  <c:v>2.33713453</c:v>
                </c:pt>
                <c:pt idx="93">
                  <c:v>2.33713453</c:v>
                </c:pt>
                <c:pt idx="94">
                  <c:v>2.22836997</c:v>
                </c:pt>
                <c:pt idx="95">
                  <c:v>2.19893168</c:v>
                </c:pt>
                <c:pt idx="96">
                  <c:v>2.19893168</c:v>
                </c:pt>
                <c:pt idx="97">
                  <c:v>2.19893168</c:v>
                </c:pt>
                <c:pt idx="98">
                  <c:v>2.19893168</c:v>
                </c:pt>
                <c:pt idx="99">
                  <c:v>2.19893168</c:v>
                </c:pt>
                <c:pt idx="100">
                  <c:v>2.26950979</c:v>
                </c:pt>
                <c:pt idx="101">
                  <c:v>2.31812844</c:v>
                </c:pt>
                <c:pt idx="102">
                  <c:v>2.2742493</c:v>
                </c:pt>
                <c:pt idx="103">
                  <c:v>2.32364647</c:v>
                </c:pt>
                <c:pt idx="104">
                  <c:v>2.4190415</c:v>
                </c:pt>
                <c:pt idx="105">
                  <c:v>2.93501216</c:v>
                </c:pt>
                <c:pt idx="106">
                  <c:v>3.15176549</c:v>
                </c:pt>
                <c:pt idx="107">
                  <c:v>3.11037892</c:v>
                </c:pt>
                <c:pt idx="108">
                  <c:v>3.06735108</c:v>
                </c:pt>
                <c:pt idx="109">
                  <c:v>3.34377076</c:v>
                </c:pt>
                <c:pt idx="110">
                  <c:v>3.86491182</c:v>
                </c:pt>
                <c:pt idx="111">
                  <c:v>3.96960332</c:v>
                </c:pt>
                <c:pt idx="112">
                  <c:v>4.49512467</c:v>
                </c:pt>
                <c:pt idx="113">
                  <c:v>4.6484591</c:v>
                </c:pt>
                <c:pt idx="114">
                  <c:v>4.6484591</c:v>
                </c:pt>
                <c:pt idx="115">
                  <c:v>4.6484591</c:v>
                </c:pt>
                <c:pt idx="116">
                  <c:v>4.6484591</c:v>
                </c:pt>
                <c:pt idx="117">
                  <c:v>4.6484591</c:v>
                </c:pt>
                <c:pt idx="118">
                  <c:v>4.57771525</c:v>
                </c:pt>
                <c:pt idx="119">
                  <c:v>4.99826954</c:v>
                </c:pt>
                <c:pt idx="120">
                  <c:v>4.99826954</c:v>
                </c:pt>
                <c:pt idx="121">
                  <c:v>4.99826954</c:v>
                </c:pt>
                <c:pt idx="122">
                  <c:v>4.99826954</c:v>
                </c:pt>
                <c:pt idx="123">
                  <c:v>4.99826954</c:v>
                </c:pt>
                <c:pt idx="124">
                  <c:v>4.99826954</c:v>
                </c:pt>
                <c:pt idx="125">
                  <c:v>4.99826954</c:v>
                </c:pt>
                <c:pt idx="126">
                  <c:v>4.99826954</c:v>
                </c:pt>
                <c:pt idx="127">
                  <c:v>4.99826954</c:v>
                </c:pt>
                <c:pt idx="128">
                  <c:v>4.99826954</c:v>
                </c:pt>
                <c:pt idx="129">
                  <c:v>4.99826954</c:v>
                </c:pt>
                <c:pt idx="130">
                  <c:v>4.84333951</c:v>
                </c:pt>
                <c:pt idx="131">
                  <c:v>4.7963232</c:v>
                </c:pt>
                <c:pt idx="132">
                  <c:v>4.93070991</c:v>
                </c:pt>
                <c:pt idx="133">
                  <c:v>5.03185869</c:v>
                </c:pt>
                <c:pt idx="134">
                  <c:v>4.99181209</c:v>
                </c:pt>
                <c:pt idx="135">
                  <c:v>4.93120775</c:v>
                </c:pt>
                <c:pt idx="136">
                  <c:v>4.90746535</c:v>
                </c:pt>
                <c:pt idx="137">
                  <c:v>4.91384364</c:v>
                </c:pt>
                <c:pt idx="138">
                  <c:v>4.95811659</c:v>
                </c:pt>
                <c:pt idx="139">
                  <c:v>4.91044786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C8D2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EE6EE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CAGR变化（百分点）</c:v>
          </c:tx>
          <c:spPr>
            <a:solidFill xmlns:a="http://schemas.openxmlformats.org/drawingml/2006/main">
              <a:srgbClr val="168579"/>
            </a:solidFill>
            <a:ln xmlns:a="http://schemas.openxmlformats.org/drawingml/2006/main" w="20003">
              <a:solidFill>
                <a:srgbClr val="168579"/>
              </a:solidFill>
            </a:ln>
          </c:spPr>
          <c:invertIfNegative val="0"/>
          <c:cat>
            <c:strRef>
              <c:f>'Chart Data'!$A$2:$A$10</c:f>
              <c:strCache>
                <c:ptCount val="9"/>
                <c:pt idx="0">
                  <c:v>上证50/重叠</c:v>
                </c:pt>
                <c:pt idx="1">
                  <c:v>上证50/发表后</c:v>
                </c:pt>
                <c:pt idx="2">
                  <c:v>上证50/近年</c:v>
                </c:pt>
                <c:pt idx="3">
                  <c:v>沪深300/重叠</c:v>
                </c:pt>
                <c:pt idx="4">
                  <c:v>沪深300/发表后</c:v>
                </c:pt>
                <c:pt idx="5">
                  <c:v>沪深300/近年</c:v>
                </c:pt>
                <c:pt idx="6">
                  <c:v>中证500/重叠</c:v>
                </c:pt>
                <c:pt idx="7">
                  <c:v>中证500/发表后</c:v>
                </c:pt>
                <c:pt idx="8">
                  <c:v>中证500/近年</c:v>
                </c:pt>
              </c:strCache>
            </c:strRef>
          </c:cat>
          <c:val>
            <c:numRef>
              <c:f>'Chart Data'!$B$2:$B$10</c:f>
              <c:numCache>
                <c:formatCode>0.0</c:formatCode>
                <c:ptCount val="9"/>
                <c:pt idx="0">
                  <c:v>3.09615153</c:v>
                </c:pt>
                <c:pt idx="1">
                  <c:v>-0.03434203</c:v>
                </c:pt>
                <c:pt idx="2">
                  <c:v>0.05269383</c:v>
                </c:pt>
                <c:pt idx="3">
                  <c:v>-8.65838442</c:v>
                </c:pt>
                <c:pt idx="4">
                  <c:v>0.32385145</c:v>
                </c:pt>
                <c:pt idx="5">
                  <c:v>0.1528464</c:v>
                </c:pt>
                <c:pt idx="6">
                  <c:v>-9.24939398</c:v>
                </c:pt>
                <c:pt idx="7">
                  <c:v>-1.50352453</c:v>
                </c:pt>
                <c:pt idx="8">
                  <c:v>-2.1210752</c:v>
                </c:pt>
              </c:numCache>
            </c:numRef>
          </c:val>
        </c:ser>
        <c:ser>
          <c:idx val="1"/>
          <c:order val="1"/>
          <c:tx>
            <c:v>回撤变化（百分点，负值为下降）</c:v>
          </c:tx>
          <c:spPr>
            <a:solidFill xmlns:a="http://schemas.openxmlformats.org/drawingml/2006/main">
              <a:srgbClr val="4669A1"/>
            </a:solidFill>
            <a:ln xmlns:a="http://schemas.openxmlformats.org/drawingml/2006/main" w="20003">
              <a:solidFill>
                <a:srgbClr val="4669A1"/>
              </a:solidFill>
            </a:ln>
          </c:spPr>
          <c:invertIfNegative val="0"/>
          <c:cat>
            <c:strRef>
              <c:f>'Chart Data'!$C$2:$C$10</c:f>
              <c:strCache>
                <c:ptCount val="9"/>
                <c:pt idx="0">
                  <c:v>上证50/重叠</c:v>
                </c:pt>
                <c:pt idx="1">
                  <c:v>上证50/发表后</c:v>
                </c:pt>
                <c:pt idx="2">
                  <c:v>上证50/近年</c:v>
                </c:pt>
                <c:pt idx="3">
                  <c:v>沪深300/重叠</c:v>
                </c:pt>
                <c:pt idx="4">
                  <c:v>沪深300/发表后</c:v>
                </c:pt>
                <c:pt idx="5">
                  <c:v>沪深300/近年</c:v>
                </c:pt>
                <c:pt idx="6">
                  <c:v>中证500/重叠</c:v>
                </c:pt>
                <c:pt idx="7">
                  <c:v>中证500/发表后</c:v>
                </c:pt>
                <c:pt idx="8">
                  <c:v>中证500/近年</c:v>
                </c:pt>
              </c:strCache>
            </c:strRef>
          </c:cat>
          <c:val>
            <c:numRef>
              <c:f>'Chart Data'!$D$2:$D$10</c:f>
              <c:numCache>
                <c:formatCode>0.0</c:formatCode>
                <c:ptCount val="9"/>
                <c:pt idx="0">
                  <c:v>-35.33670932</c:v>
                </c:pt>
                <c:pt idx="1">
                  <c:v>-4.46025745</c:v>
                </c:pt>
                <c:pt idx="2">
                  <c:v>-4.46025745</c:v>
                </c:pt>
                <c:pt idx="3">
                  <c:v>-5.95061823</c:v>
                </c:pt>
                <c:pt idx="4">
                  <c:v>-2.16106342</c:v>
                </c:pt>
                <c:pt idx="5">
                  <c:v>-2.16106342</c:v>
                </c:pt>
                <c:pt idx="6">
                  <c:v>-7.12404468</c:v>
                </c:pt>
                <c:pt idx="7">
                  <c:v>-3.80293777</c:v>
                </c:pt>
                <c:pt idx="8">
                  <c:v>1.55632109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8D2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EE6EE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51E458-72AA-4EBE-A00A-670D69EA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C82FC3-C99B-4A4A-B38E-3A5C68ED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RSRS：从研报到可核验实验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5A485D-2726-4675-A080-1AF7D1CE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F9B38F-D3EE-4828-B406-B0B4837B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青序量化研究平台  ·  CF2026 Project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A58F7D-B8D4-4991-9777-A7BAEE07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91300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086431-43FE-4D07-AB0A-956BFA8A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0"/>
            <a:ext cx="11001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复现核心结论，解释差异，检验一项风险改进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2A9817-89FA-4F9B-9491-F14791AD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46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6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6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6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6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6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6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6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6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6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研报复现</a:t>
            </a:r>
          </a:p>
          <a:p xmlns:a="http://schemas.openxmlformats.org/drawingml/2006/main">
            <a:pPr>
              <a:defRPr sz="46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与风险改进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FCE7C0-AB29-4D36-A825-3FA9B53E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14825"/>
            <a:ext cx="1076325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Computational Finance · Project 2</a:t>
            </a:r>
          </a:p>
          <a:p xmlns:a="http://schemas.openxmlformats.org/drawingml/2006/main">
            <a:pPr>
              <a:defRPr sz="20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12412408 胡博文；12410819 谢明飞；12410436 王天希</a:t>
            </a:r>
          </a:p>
          <a:p xmlns:a="http://schemas.openxmlformats.org/drawingml/2006/main">
            <a:pPr>
              <a:defRPr sz="20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2026年10月19日 · 约15分钟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2833A3-FD16-4DD2-8FD5-33998DDD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1980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rPr>
              <a:t>14页正文 · 15分钟 · 附可复现实验与逐页讲稿</a:t>
            </a:r>
          </a:p>
        </p:txBody>
      </p:sp>
    </p:spTree>
    <p:extLst>
      <p:ext uri="{BB962C8B-B14F-4D97-AF65-F5344CB8AC3E}">
        <p14:creationId xmlns:p14="http://schemas.microsoft.com/office/powerpoint/2010/main" val="5273342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E7F4D6-95CB-4959-B50C-A3B2A913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8131BD-AA88-47BB-AE42-5CE2DD3E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研究问题与正式要求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37699-AF70-40B6-834F-088FFAF4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7CCF3B-C597-444E-8C00-78590FEA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青序量化研究平台  ·  CF2026 Project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C19A36-E61E-41C1-967B-8A128AC1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91300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49CC54-E22B-4D47-90FA-294A8CD0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0"/>
            <a:ext cx="11001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原文、实验、解释必须形成完整对应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9E2FBD-4F47-436B-BC39-60121385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30505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99F3B0-9871-4674-9840-B5BC98E1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05050"/>
            <a:ext cx="10382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目标：2017年光大RSRS研报，图25、表5、图26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729395-EF01-4F6D-807C-DF54E71D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305175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98E7A0-4E5C-422C-951D-D100C8FC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05175"/>
            <a:ext cx="10382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先核公式和账本，再比较结果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43D41E-3397-455F-A5A7-1706008A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30530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81751A-97C4-4C7B-B4B6-1FDB168B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05300"/>
            <a:ext cx="10382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改进不奏效也保留；复用P1平台</a:t>
            </a:r>
          </a:p>
        </p:txBody>
      </p:sp>
    </p:spTree>
    <p:extLst>
      <p:ext uri="{BB962C8B-B14F-4D97-AF65-F5344CB8AC3E}">
        <p14:creationId xmlns:p14="http://schemas.microsoft.com/office/powerpoint/2010/main" val="6359500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078D98-B0D9-4EF6-B704-7979E76F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BB05BE-7F78-40B1-A5D6-6B762032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原文审计：暖机是关键发现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ECE570-2E98-4B4B-823B-4F24C88C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282D81-B833-49BB-98CA-E936659D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青序量化研究平台  ·  CF2026 Project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E4C33A-2896-408A-9E7D-611603A3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91300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6BE123-7613-427E-9243-4F4886F6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0"/>
            <a:ext cx="11001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原文早期使用部分历史，准备版等待完整窗口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59DC64-5EB4-4406-A568-226226A9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30505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C04ECF-6E6B-4067-93AA-103CA160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05050"/>
            <a:ext cx="10382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原文第22页：不足600个斜率时使用已有历史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BCB339-5A17-4AF9-B285-14F3DCA2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305175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2167C4-F3F4-48EF-9867-D324E710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05175"/>
            <a:ext cx="10382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兼容实验与严格暖机实验分别展示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74AC50-AC8E-4D7A-8E95-5345A45E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30530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9D58C6-8540-49BB-A172-FA29B94E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05300"/>
            <a:ext cx="10382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样本首尾、成本和标准差细节未完全公开</a:t>
            </a:r>
          </a:p>
        </p:txBody>
      </p:sp>
    </p:spTree>
    <p:extLst>
      <p:ext uri="{BB962C8B-B14F-4D97-AF65-F5344CB8AC3E}">
        <p14:creationId xmlns:p14="http://schemas.microsoft.com/office/powerpoint/2010/main" val="8461383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CC76A1-6256-4D7C-8A59-09760889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C783E2-B74E-4748-9186-B41A8689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RSRS指标与交易状态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4AA1EA-875E-415C-89C9-93E50460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BFC1F8-3EF5-463F-B373-F8A3DFAB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青序量化研究平台  ·  CF2026 Project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24C5D3-7048-4D89-81E4-98CFF41B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91300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3889FE-7850-41AD-99E7-F288ED6C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0"/>
            <a:ext cx="11001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滚动回归衡量高低价关系，阈值决定持仓状态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1CE629-7D8B-4611-9CF6-5C3E27AE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181225"/>
            <a:ext cx="108013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rPr>
              <a:t>右偏分 = 斜率的历史标准分 × R² × 当前斜率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D02DED-482E-42EC-B09F-5F7017F5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343275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BB8D82-5F1A-481E-B95C-F98708F9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43275"/>
            <a:ext cx="10382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H = α + βL + ε；保留β及R²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2DA859-F3E5-4F38-9038-869AEADE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21005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6677F1-8B8E-437F-A77F-F44AD2B5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10050"/>
            <a:ext cx="10382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z → zR² → zR²β；右偏用N=16、M=300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E4ED6E-F996-475F-9BDA-CA2A5D2A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076825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0326A2-C346-43B3-AFD3-F3A0CCAD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76825"/>
            <a:ext cx="10382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超过0.7入场，低于−0.7离场；MA只过滤入场</a:t>
            </a:r>
          </a:p>
        </p:txBody>
      </p:sp>
    </p:spTree>
    <p:extLst>
      <p:ext uri="{BB962C8B-B14F-4D97-AF65-F5344CB8AC3E}">
        <p14:creationId xmlns:p14="http://schemas.microsoft.com/office/powerpoint/2010/main" val="14598109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ABD627-D250-44EB-A059-2D47A629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12B75F-2DB8-4FF2-B05F-9AC0FFA4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信息时点与P1接入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153526-5D89-4E84-85CC-7CE69C88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4529C7-141B-4DD3-8A1B-FB43DD85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青序量化研究平台  ·  CF2026 Project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CA4FE5-2E39-4498-979D-60A0C31C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91300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759E42-B7FA-4739-B1D9-8C8681D1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0"/>
            <a:ext cx="11001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收盘形成目标，次日开盘成交，独立重建账户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3EB90C-CF43-49C6-B81B-97D388DC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30505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8D8996-955F-41CB-87D4-917BF789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05050"/>
            <a:ext cx="10382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数据 → RSRS指标/状态/权重 → P1成交引擎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2A1FD3-6D2A-4C63-B8AE-F1FCAA83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305175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A67816-A592-47D6-9816-7B686092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05175"/>
            <a:ext cx="10382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次日开盘、每边10bp、现金0利息、无杠杆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661488-4FCF-4E3C-A862-FA8C56CA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30530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1BAEC2-3A2A-43F8-8C40-D16BBBCB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05300"/>
            <a:ext cx="10382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手算、未来扰动、账本和独立实现交叉核验</a:t>
            </a:r>
          </a:p>
        </p:txBody>
      </p:sp>
    </p:spTree>
    <p:extLst>
      <p:ext uri="{BB962C8B-B14F-4D97-AF65-F5344CB8AC3E}">
        <p14:creationId xmlns:p14="http://schemas.microsoft.com/office/powerpoint/2010/main" val="17831201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B46D4F-986C-4A26-9076-8C0EF599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7E7A3D-76EB-4B74-A79F-5AAB26D8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三层样本分别回答不同问题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CC7086-5DE2-4B03-AE0B-3F43A4BC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EABCE1-6B89-4747-A6CF-7DE74417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青序量化研究平台  ·  CF2026 Project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062AB3-6AAA-472A-9D04-05B01287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91300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E8F771-0CC8-45FC-BED4-F2530063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0"/>
            <a:ext cx="11001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兼容原样本、共同区间、发表后检验分开呈现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790168-8248-4A06-9787-9D1EE150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30505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07C5F3-A189-4105-9A12-AB32E645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05050"/>
            <a:ext cx="10382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原样本兼容：2005-03至2017-04，部分历史暖机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486E96-7E6E-4681-A442-AF3CE3ED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305175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2401C9-FEB6-4A85-AFED-A2694CF0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05175"/>
            <a:ext cx="10382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共同区间：2007-08-01至2017-03-31，严格暖机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7C5B29-26D2-48E8-A0FE-275AB304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30530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60D592-58E7-4DCE-809D-0C61349F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05300"/>
            <a:ext cx="10382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发表后：2017-05-02至2026-10-15，已观察历史</a:t>
            </a:r>
          </a:p>
        </p:txBody>
      </p:sp>
    </p:spTree>
    <p:extLst>
      <p:ext uri="{BB962C8B-B14F-4D97-AF65-F5344CB8AC3E}">
        <p14:creationId xmlns:p14="http://schemas.microsoft.com/office/powerpoint/2010/main" val="12310955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C9CAF3-76D6-45F2-960D-87F6249F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D523C5-6EFD-4017-98B8-E6931A57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图25：同主题，并排看差异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C70E76-B862-409C-B42A-A495F50C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935695-A4F0-479B-8C46-A9FFF808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青序量化研究平台  ·  CF2026 Project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5A0F08-9AA7-4ABD-8E8C-8ADFD596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91300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9F49D4-6136-4168-8DA7-3D25603C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0"/>
            <a:ext cx="11001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原文曲线与兼容实验连同假设一起比较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F510CE-359D-4A37-BD9A-DFA02438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rPr>
              <a:t>原文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CF04EF-107F-4B77-8557-A30C8FE6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rPr>
              <a:t>本次实验（口径见图注）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985117-F8A0-4765-8FBC-DD79C300B7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d77b3a6fa54b24"/>
          <a:stretch xmlns:a="http://schemas.openxmlformats.org/drawingml/2006/main"/>
        </p:blipFill>
        <p:spPr>
          <a:xfrm xmlns:a="http://schemas.openxmlformats.org/drawingml/2006/main">
            <a:off x="552450" y="2609635"/>
            <a:ext cx="5381625" cy="2715054"/>
          </a:xfrm>
          <a:prstGeom xmlns:a="http://schemas.openxmlformats.org/drawingml/2006/main" prst="rect">
            <a:avLst/>
          </a:prstGeom>
        </p:spPr>
      </p:pic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D08781BF-5D30-4D84-BCFA-A348BB1F2DC6}"/>
              </a:ext>
            </a:extLst>
          </p:cNvPr>
          <p:cNvGraphicFramePr/>
          <p:nvPr/>
        </p:nvGraphicFramePr>
        <p:xfrm>
          <a:off xmlns:a="http://schemas.openxmlformats.org/drawingml/2006/main" x="6248400" y="2352675"/>
          <a:ext xmlns:a="http://schemas.openxmlformats.org/drawingml/2006/main" cx="5381625" cy="3057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8b6d70c2c7748ef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4EAF3B-259F-40B8-A6D2-B32CC1B0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5362575"/>
            <a:ext cx="123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2005-03-01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7FF76B-5FC3-430B-81DD-E9883B2F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5362575"/>
            <a:ext cx="123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2017-03-31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2AE85B-896F-41DC-BE6C-89F40ADC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48325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左：原文图25；右：本次部分窗口、零成本、次日开盘</a:t>
            </a:r>
          </a:p>
          <a:p xmlns:a="http://schemas.openxmlformats.org/drawingml/2006/main">
            <a:pPr>
              <a:def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三类信号全部保留；不按最终收益选赢家</a:t>
            </a:r>
          </a:p>
        </p:txBody>
      </p:sp>
    </p:spTree>
    <p:extLst>
      <p:ext uri="{BB962C8B-B14F-4D97-AF65-F5344CB8AC3E}">
        <p14:creationId xmlns:p14="http://schemas.microsoft.com/office/powerpoint/2010/main" val="4446731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26D7BB-3CB0-4CA6-84A0-312F027E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25A872-A6E0-4EBA-ADB3-746A1850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表5：数字接近之前，先对齐定义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89369A-4356-4A8C-91CE-805C685F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38CFB6-305E-44CC-9E39-D57D6434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青序量化研究平台  ·  CF2026 Project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7D139D-D42C-4281-9A0A-B956F565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91300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2E968A-0625-4D21-9A0B-69CE52C1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0"/>
            <a:ext cx="11001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原文年化28.19%，不直接等于本次可比目标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EBFB62-C169-41D7-BB58-30BE9B5D0786}"/>
              </a:ext>
            </a:extLst>
          </p:cNvPr>
          <p:cNvGraphicFramePr/>
          <p:nvPr/>
        </p:nvGraphicFramePr>
        <p:xfrm>
          <a:off xmlns:a="http://schemas.openxmlformats.org/drawingml/2006/main" x="609600" y="2133600"/>
          <a:ext xmlns:a="http://schemas.openxmlformats.org/drawingml/2006/main" cx="10972800" cy="2362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30752"/>
                <a:gridCol w="2414016"/>
                <a:gridCol w="2414016"/>
                <a:gridCol w="2414016"/>
              </a:tblGrid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3EA"/>
                      </a:solidFill>
                    </a:lnL>
                    <a:lnR w="9525">
                      <a:solidFill>
                        <a:srgbClr val="D9E3EA"/>
                      </a:solidFill>
                    </a:lnR>
                    <a:lnT w="9525">
                      <a:solidFill>
                        <a:srgbClr val="D9E3EA"/>
                      </a:solidFill>
                    </a:lnT>
                    <a:lnB w="9525">
                      <a:solidFill>
                        <a:srgbClr val="D9E3EA"/>
                      </a:solidFill>
                    </a:lnB>
                    <a:solidFill>
                      <a:srgbClr val="142B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原年化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3EA"/>
                      </a:solidFill>
                    </a:lnR>
                    <a:lnT w="9525">
                      <a:solidFill>
                        <a:srgbClr val="D9E3EA"/>
                      </a:solidFill>
                    </a:lnT>
                    <a:lnB w="9525">
                      <a:solidFill>
                        <a:srgbClr val="D9E3EA"/>
                      </a:solidFill>
                    </a:lnB>
                    <a:solidFill>
                      <a:srgbClr val="142B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本次年化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3EA"/>
                      </a:solidFill>
                    </a:lnR>
                    <a:lnT w="9525">
                      <a:solidFill>
                        <a:srgbClr val="D9E3EA"/>
                      </a:solidFill>
                    </a:lnT>
                    <a:lnB w="9525">
                      <a:solidFill>
                        <a:srgbClr val="D9E3EA"/>
                      </a:solidFill>
                    </a:lnB>
                    <a:solidFill>
                      <a:srgbClr val="142B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本次Sharpe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3EA"/>
                      </a:solidFill>
                    </a:lnR>
                    <a:lnT w="9525">
                      <a:solidFill>
                        <a:srgbClr val="D9E3EA"/>
                      </a:solidFill>
                    </a:lnT>
                    <a:lnB w="9525">
                      <a:solidFill>
                        <a:srgbClr val="D9E3EA"/>
                      </a:solidFill>
                    </a:lnB>
                    <a:solidFill>
                      <a:srgbClr val="142B43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标准分+MA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3EA"/>
                      </a:solidFill>
                    </a:lnL>
                    <a:lnR w="9525">
                      <a:solidFill>
                        <a:srgbClr val="D9E3EA"/>
                      </a:solidFill>
                    </a:lnR>
                    <a:lnB w="9525">
                      <a:solidFill>
                        <a:srgbClr val="D9E3EA"/>
                      </a:solidFill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27.37%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3EA"/>
                      </a:solidFill>
                    </a:lnR>
                    <a:lnB w="9525">
                      <a:solidFill>
                        <a:srgbClr val="D9E3EA"/>
                      </a:solidFill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24.65%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3EA"/>
                      </a:solidFill>
                    </a:lnR>
                    <a:lnB w="9525">
                      <a:solidFill>
                        <a:srgbClr val="D9E3EA"/>
                      </a:solidFill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1.560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3EA"/>
                      </a:solidFill>
                    </a:lnR>
                    <a:lnB w="9525">
                      <a:solidFill>
                        <a:srgbClr val="D9E3EA"/>
                      </a:solidFill>
                    </a:lnB>
                    <a:solidFill>
                      <a:srgbClr val="F0F5F8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修正分+MA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3EA"/>
                      </a:solidFill>
                    </a:lnL>
                    <a:lnR w="9525">
                      <a:solidFill>
                        <a:srgbClr val="D9E3EA"/>
                      </a:solidFill>
                    </a:lnR>
                    <a:lnB w="9525">
                      <a:solidFill>
                        <a:srgbClr val="D9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26.13%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3EA"/>
                      </a:solidFill>
                    </a:lnR>
                    <a:lnB w="9525">
                      <a:solidFill>
                        <a:srgbClr val="D9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24.48%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3EA"/>
                      </a:solidFill>
                    </a:lnR>
                    <a:lnB w="9525">
                      <a:solidFill>
                        <a:srgbClr val="D9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1.505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3EA"/>
                      </a:solidFill>
                    </a:lnR>
                    <a:lnB w="9525">
                      <a:solidFill>
                        <a:srgbClr val="D9E3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原右偏+MA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3EA"/>
                      </a:solidFill>
                    </a:lnL>
                    <a:lnR w="9525">
                      <a:solidFill>
                        <a:srgbClr val="D9E3EA"/>
                      </a:solidFill>
                    </a:lnR>
                    <a:lnB w="9525">
                      <a:solidFill>
                        <a:srgbClr val="D9E3EA"/>
                      </a:solidFill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28.19%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3EA"/>
                      </a:solidFill>
                    </a:lnR>
                    <a:lnB w="9525">
                      <a:solidFill>
                        <a:srgbClr val="D9E3EA"/>
                      </a:solidFill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24.85%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3EA"/>
                      </a:solidFill>
                    </a:lnR>
                    <a:lnB w="9525">
                      <a:solidFill>
                        <a:srgbClr val="D9E3EA"/>
                      </a:solidFill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1.404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3EA"/>
                      </a:solidFill>
                    </a:lnR>
                    <a:lnB w="9525">
                      <a:solidFill>
                        <a:srgbClr val="D9E3EA"/>
                      </a:solidFill>
                    </a:lnB>
                    <a:solidFill>
                      <a:srgbClr val="F0F5F8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62C32B-3E41-4CA4-9D4B-F3A1DAA5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109347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原右偏+MA：年化28.19%、Sharpe 1.56、回撤22.31%</a:t>
            </a:r>
          </a:p>
          <a:p xmlns:a="http://schemas.openxmlformats.org/drawingml/2006/main">
            <a:pPr>
              <a:defRPr sz="17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本次年化/Sharpe/回撤统一定义，原表保留</a:t>
            </a:r>
          </a:p>
          <a:p xmlns:a="http://schemas.openxmlformats.org/drawingml/2006/main">
            <a:pPr>
              <a:defRPr sz="17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交易次数、持仓日与费用定义仍有差异</a:t>
            </a:r>
          </a:p>
        </p:txBody>
      </p:sp>
    </p:spTree>
    <p:extLst>
      <p:ext uri="{BB962C8B-B14F-4D97-AF65-F5344CB8AC3E}">
        <p14:creationId xmlns:p14="http://schemas.microsoft.com/office/powerpoint/2010/main" val="19370015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3AD319-03F0-4EAA-8E55-21F6750C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C05329-FB71-424E-B364-56CBA4AE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图26与控制实验：解释差异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EFB6C9-3A74-4780-A26C-8CFCBC85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7F3349-8162-46EE-AD40-2DB4C731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青序量化研究平台  ·  CF2026 Project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046F2F-6937-4456-B73C-9B2D7A5B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91300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9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5A726E-4D77-4B10-9E4F-C916F829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0"/>
            <a:ext cx="11001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一次只改变一个主要因素，保留完整结果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0BBA31-CC1C-466E-8A21-8198842B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rPr>
              <a:t>原文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8F46E6-8970-41C5-A375-36878D9F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rPr>
              <a:t>本次实验（口径见图注）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60AC56-DBC3-467D-931F-538C734AC1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c253aeaa8043bd"/>
          <a:stretch xmlns:a="http://schemas.openxmlformats.org/drawingml/2006/main"/>
        </p:blipFill>
        <p:spPr>
          <a:xfrm xmlns:a="http://schemas.openxmlformats.org/drawingml/2006/main">
            <a:off x="552450" y="2827809"/>
            <a:ext cx="5381625" cy="2278706"/>
          </a:xfrm>
          <a:prstGeom xmlns:a="http://schemas.openxmlformats.org/drawingml/2006/main" prst="rect">
            <a:avLst/>
          </a:prstGeom>
        </p:spPr>
      </p:pic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1D98CD36-A446-4AB2-A805-980387F024A9}"/>
              </a:ext>
            </a:extLst>
          </p:cNvPr>
          <p:cNvGraphicFramePr/>
          <p:nvPr/>
        </p:nvGraphicFramePr>
        <p:xfrm>
          <a:off xmlns:a="http://schemas.openxmlformats.org/drawingml/2006/main" x="6248400" y="2352675"/>
          <a:ext xmlns:a="http://schemas.openxmlformats.org/drawingml/2006/main" cx="5381625" cy="3057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facc7b8c9674a2b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6C6AFA-C4F9-4547-98AA-839FED88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5362575"/>
            <a:ext cx="123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2007-08-01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0BD5FC-5681-4BBE-A852-5CBF7CC5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5362575"/>
            <a:ext cx="123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2017-03-31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7D2929-563F-4177-8A22-96802FAC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48325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共同区间成本0/10/20/30bp，样本与原图不同</a:t>
            </a:r>
          </a:p>
          <a:p xmlns:a="http://schemas.openxmlformats.org/drawingml/2006/main">
            <a:pPr>
              <a:def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收盘t信号，比较次日开盘与次日收盘成交</a:t>
            </a:r>
          </a:p>
          <a:p xmlns:a="http://schemas.openxmlformats.org/drawingml/2006/main">
            <a:pPr>
              <a:def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多个对照的收益差值不能机械相加</a:t>
            </a:r>
          </a:p>
        </p:txBody>
      </p:sp>
    </p:spTree>
    <p:extLst>
      <p:ext uri="{BB962C8B-B14F-4D97-AF65-F5344CB8AC3E}">
        <p14:creationId xmlns:p14="http://schemas.microsoft.com/office/powerpoint/2010/main" val="13690955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669C4F-251E-4507-A88A-64178626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2BAA9A-5C00-45F4-B177-977298F8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自主改进：15%波动率目标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230399-021B-4126-873D-A1E5F5D4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E4F188-24DC-4A36-B2E1-1F87A720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青序量化研究平台  ·  CF2026 Project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0815A0-A87D-4714-90D0-17F53954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91300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6DC80C-20BE-44ED-A7C9-A02FBF20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0"/>
            <a:ext cx="11001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保留原信号，以过去20日波动决定投入比例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4DE93A-5057-4601-AB11-C6840EF2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181225"/>
            <a:ext cx="108013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rPr>
              <a:t>保留RSRS买卖信号；高波动时降低仓位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61C6E0-9F73-46EE-B9B7-9290B3F4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343275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B06BAB-8C29-40E8-8C22-5A9F476E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43275"/>
            <a:ext cx="10382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w = 原信号 × min(1, 15% / 估计年化波动)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0277B5-3453-458C-B517-4AD96619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21005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B96A49-3CC3-4E73-9B24-16148920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10050"/>
            <a:ext cx="10382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次日开盘每日调整；现金允许、上限100%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91CCDB-3F8F-432A-940D-E71192F9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076825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0A95F9-373F-440B-912F-56AC8A27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76825"/>
            <a:ext cx="10382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固定75%仓位对照：检查是否只是少冒风险</a:t>
            </a:r>
          </a:p>
        </p:txBody>
      </p:sp>
    </p:spTree>
    <p:extLst>
      <p:ext uri="{BB962C8B-B14F-4D97-AF65-F5344CB8AC3E}">
        <p14:creationId xmlns:p14="http://schemas.microsoft.com/office/powerpoint/2010/main" val="11496012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2BC48C-F71A-4794-BEAA-4CFAB0C5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372E01-203E-4924-801C-0DFF5D79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主结果：收益、风险与简单减仓一起看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1A64DE-550A-4078-9730-7162B175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593FB3-548A-4DCF-9551-E944AB5F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青序量化研究平台  ·  CF2026 Project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64F0A0-16A2-4A83-8C1E-19D917E1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91300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11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86E7B1-B744-45A8-9CC1-C15BBB78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0"/>
            <a:ext cx="11001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相对原策略：回撤-2.16pp；CAGR+0.32pp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E312B6-B0CF-49C0-AF7E-872FEA1C7BD2}"/>
              </a:ext>
            </a:extLst>
          </p:cNvPr>
          <p:cNvGraphicFramePr/>
          <p:nvPr/>
        </p:nvGraphicFramePr>
        <p:xfrm>
          <a:off xmlns:a="http://schemas.openxmlformats.org/drawingml/2006/main" x="609600" y="2133600"/>
          <a:ext xmlns:a="http://schemas.openxmlformats.org/drawingml/2006/main" cx="109728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30752"/>
                <a:gridCol w="2414016"/>
                <a:gridCol w="2414016"/>
                <a:gridCol w="2414016"/>
              </a:tblGrid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策略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3EA"/>
                      </a:solidFill>
                    </a:lnL>
                    <a:lnR w="9525">
                      <a:solidFill>
                        <a:srgbClr val="D9E3EA"/>
                      </a:solidFill>
                    </a:lnR>
                    <a:lnT w="9525">
                      <a:solidFill>
                        <a:srgbClr val="D9E3EA"/>
                      </a:solidFill>
                    </a:lnT>
                    <a:lnB w="9525">
                      <a:solidFill>
                        <a:srgbClr val="D9E3EA"/>
                      </a:solidFill>
                    </a:lnB>
                    <a:solidFill>
                      <a:srgbClr val="142B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CAGR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3EA"/>
                      </a:solidFill>
                    </a:lnR>
                    <a:lnT w="9525">
                      <a:solidFill>
                        <a:srgbClr val="D9E3EA"/>
                      </a:solidFill>
                    </a:lnT>
                    <a:lnB w="9525">
                      <a:solidFill>
                        <a:srgbClr val="D9E3EA"/>
                      </a:solidFill>
                    </a:lnB>
                    <a:solidFill>
                      <a:srgbClr val="142B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Sharpe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3EA"/>
                      </a:solidFill>
                    </a:lnR>
                    <a:lnT w="9525">
                      <a:solidFill>
                        <a:srgbClr val="D9E3EA"/>
                      </a:solidFill>
                    </a:lnT>
                    <a:lnB w="9525">
                      <a:solidFill>
                        <a:srgbClr val="D9E3EA"/>
                      </a:solidFill>
                    </a:lnB>
                    <a:solidFill>
                      <a:srgbClr val="142B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回撤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3EA"/>
                      </a:solidFill>
                    </a:lnR>
                    <a:lnT w="9525">
                      <a:solidFill>
                        <a:srgbClr val="D9E3EA"/>
                      </a:solidFill>
                    </a:lnT>
                    <a:lnB w="9525">
                      <a:solidFill>
                        <a:srgbClr val="D9E3EA"/>
                      </a:solidFill>
                    </a:lnB>
                    <a:solidFill>
                      <a:srgbClr val="142B43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原右偏+MA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3EA"/>
                      </a:solidFill>
                    </a:lnL>
                    <a:lnR w="9525">
                      <a:solidFill>
                        <a:srgbClr val="D9E3EA"/>
                      </a:solidFill>
                    </a:lnR>
                    <a:lnB w="9525">
                      <a:solidFill>
                        <a:srgbClr val="D9E3EA"/>
                      </a:solidFill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3EA"/>
                      </a:solidFill>
                    </a:lnR>
                    <a:lnB w="9525">
                      <a:solidFill>
                        <a:srgbClr val="D9E3EA"/>
                      </a:solidFill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0.179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3EA"/>
                      </a:solidFill>
                    </a:lnR>
                    <a:lnB w="9525">
                      <a:solidFill>
                        <a:srgbClr val="D9E3EA"/>
                      </a:solidFill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35.01%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3EA"/>
                      </a:solidFill>
                    </a:lnR>
                    <a:lnB w="9525">
                      <a:solidFill>
                        <a:srgbClr val="D9E3EA"/>
                      </a:solidFill>
                    </a:lnB>
                    <a:solidFill>
                      <a:srgbClr val="F0F5F8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固定75%仓位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3EA"/>
                      </a:solidFill>
                    </a:lnL>
                    <a:lnR w="9525">
                      <a:solidFill>
                        <a:srgbClr val="D9E3EA"/>
                      </a:solidFill>
                    </a:lnR>
                    <a:lnB w="9525">
                      <a:solidFill>
                        <a:srgbClr val="D9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3EA"/>
                      </a:solidFill>
                    </a:lnR>
                    <a:lnB w="9525">
                      <a:solidFill>
                        <a:srgbClr val="D9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0.180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3EA"/>
                      </a:solidFill>
                    </a:lnR>
                    <a:lnB w="9525">
                      <a:solidFill>
                        <a:srgbClr val="D9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27.31%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3EA"/>
                      </a:solidFill>
                    </a:lnR>
                    <a:lnB w="9525">
                      <a:solidFill>
                        <a:srgbClr val="D9E3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15%波动目标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3EA"/>
                      </a:solidFill>
                    </a:lnL>
                    <a:lnR w="9525">
                      <a:solidFill>
                        <a:srgbClr val="D9E3EA"/>
                      </a:solidFill>
                    </a:lnR>
                    <a:lnB w="9525">
                      <a:solidFill>
                        <a:srgbClr val="D9E3EA"/>
                      </a:solidFill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1.83%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3EA"/>
                      </a:solidFill>
                    </a:lnR>
                    <a:lnB w="9525">
                      <a:solidFill>
                        <a:srgbClr val="D9E3EA"/>
                      </a:solidFill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0.227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3EA"/>
                      </a:solidFill>
                    </a:lnR>
                    <a:lnB w="9525">
                      <a:solidFill>
                        <a:srgbClr val="D9E3EA"/>
                      </a:solidFill>
                    </a:lnB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32.85%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3EA"/>
                      </a:solidFill>
                    </a:lnR>
                    <a:lnB w="9525">
                      <a:solidFill>
                        <a:srgbClr val="D9E3EA"/>
                      </a:solidFill>
                    </a:lnB>
                    <a:solidFill>
                      <a:srgbClr val="F0F5F8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买入持有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3EA"/>
                      </a:solidFill>
                    </a:lnL>
                    <a:lnR w="9525">
                      <a:solidFill>
                        <a:srgbClr val="D9E3EA"/>
                      </a:solidFill>
                    </a:lnR>
                    <a:lnB w="9525">
                      <a:solidFill>
                        <a:srgbClr val="D9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2.15%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3EA"/>
                      </a:solidFill>
                    </a:lnR>
                    <a:lnB w="9525">
                      <a:solidFill>
                        <a:srgbClr val="D9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0.207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3EA"/>
                      </a:solidFill>
                    </a:lnR>
                    <a:lnB w="9525">
                      <a:solidFill>
                        <a:srgbClr val="D9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45.60%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3EA"/>
                      </a:solidFill>
                    </a:lnR>
                    <a:lnB w="9525">
                      <a:solidFill>
                        <a:srgbClr val="D9E3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58C544-0F68-4F76-AFBD-EB12841F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76850"/>
            <a:ext cx="109347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原策略：CAGR 1.50%，回撤 35.01%</a:t>
            </a:r>
          </a:p>
          <a:p xmlns:a="http://schemas.openxmlformats.org/drawingml/2006/main">
            <a:pPr>
              <a:defRPr sz="17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15%目标：CAGR 1.83%，回撤 32.85%</a:t>
            </a:r>
          </a:p>
          <a:p xmlns:a="http://schemas.openxmlformats.org/drawingml/2006/main">
            <a:pPr>
              <a:defRPr sz="17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相对固定75%：CAGR+0.53pp，回撤+5.54pp</a:t>
            </a:r>
          </a:p>
        </p:txBody>
      </p:sp>
    </p:spTree>
    <p:extLst>
      <p:ext uri="{BB962C8B-B14F-4D97-AF65-F5344CB8AC3E}">
        <p14:creationId xmlns:p14="http://schemas.microsoft.com/office/powerpoint/2010/main" val="3326622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E9F6A7-AE3D-4780-B7CB-2B3A50A3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4FFF49-6B33-4BE6-A4C7-5A42A4EA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稳健性与不确定性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99B9CB-196F-46E5-B585-AB77E105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AA28A2-F617-4260-81DD-4009F43D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青序量化研究平台  ·  CF2026 Project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2503D8-DCA5-4740-BE98-48077E83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91300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12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961ACA-1B94-4A44-B344-1054A926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0"/>
            <a:ext cx="11001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跨指数、费用与区块重采样检查依赖条件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A71631D6-DE0C-41B0-8EAA-8E34A89DFF21}"/>
              </a:ext>
            </a:extLst>
          </p:cNvPr>
          <p:cNvGraphicFramePr/>
          <p:nvPr/>
        </p:nvGraphicFramePr>
        <p:xfrm>
          <a:off xmlns:a="http://schemas.openxmlformats.org/drawingml/2006/main" x="619125" y="2057400"/>
          <a:ext xmlns:a="http://schemas.openxmlformats.org/drawingml/2006/main" cx="10953750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2c54b6cf993433b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2ABEF3-4514-42A8-8439-439C7CDB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638800"/>
            <a:ext cx="10915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三个指数 × 三个阶段；近期与发表后重叠</a:t>
            </a:r>
          </a:p>
          <a:p xmlns:a="http://schemas.openxmlformats.org/drawingml/2006/main">
            <a:pPr>
              <a:defRPr sz="157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10%/15%/20%只作敏感性，不再选赢家</a:t>
            </a:r>
          </a:p>
          <a:p xmlns:a="http://schemas.openxmlformats.org/drawingml/2006/main">
            <a:pPr>
              <a:defRPr sz="157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配对20日区块、1000次；历史已观察，非盲测</a:t>
            </a:r>
          </a:p>
        </p:txBody>
      </p:sp>
    </p:spTree>
    <p:extLst>
      <p:ext uri="{BB962C8B-B14F-4D97-AF65-F5344CB8AC3E}">
        <p14:creationId xmlns:p14="http://schemas.microsoft.com/office/powerpoint/2010/main" val="19714873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5865D0-7B7D-458C-8DD2-BF78CB18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19DE70-0810-49DF-98DE-18C1361F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平台演示与可复现交付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4A7569-8749-4B4B-9CD0-4DDDD5A9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96C107-ED81-4202-9562-545D93AC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青序量化研究平台  ·  CF2026 Project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A10B37-5B94-49DC-B0BF-1D234224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91300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13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629F02-D164-4C91-B8BA-89658D2F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0"/>
            <a:ext cx="11001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同一界面查看原文、配置、结果和核验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2A7390-B43C-419C-96B7-38DD1E05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30505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55FE39-F32A-4507-9324-ACE6D800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05050"/>
            <a:ext cx="10382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打开P2研究页，切换三层样本与策略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A8D58A-6A34-4345-B4FD-992EABD5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305175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D84927-1E3F-4D62-980F-74A18F1B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05175"/>
            <a:ext cx="10382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检查信号、账本、成本和对照结果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AA4071-908C-40D8-855C-7FA1D6FB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30530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2CAD5E-DEFB-473C-BC74-506CD428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05300"/>
            <a:ext cx="10382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导出配置/证据；报告、Beamer、PPTX与讲稿对应</a:t>
            </a:r>
          </a:p>
        </p:txBody>
      </p:sp>
    </p:spTree>
    <p:extLst>
      <p:ext uri="{BB962C8B-B14F-4D97-AF65-F5344CB8AC3E}">
        <p14:creationId xmlns:p14="http://schemas.microsoft.com/office/powerpoint/2010/main" val="10672718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55439F-CBFF-410B-BA72-6F22E24B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17FB72-4C3D-4FE8-BE3D-7A26FAAD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结论：可解释的复现，比单条漂亮曲线更完整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ABDE49-1DB1-43CE-939F-D8C2CCDB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38F1CD-98BB-435B-825D-291AFD01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青序量化研究平台  ·  CF2026 Project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547C9A-1327-47E1-AC0A-EAA44C45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91300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14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9C99BE-DDB8-4F92-A0C8-823967A3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0"/>
            <a:ext cx="11001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实现可核验，差异有对照，改进保留代价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8AA995-9B72-4231-9FA2-6000D289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30505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F8D2FD-6B0D-4BE0-937B-CC924C2E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05050"/>
            <a:ext cx="10382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发现并量化原文部分历史暖机的影响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80B75D-8984-4070-86FE-6CF27E00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305175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23C506-8FE5-45DB-841F-7C1233E9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05175"/>
            <a:ext cx="10382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固定信号加入风险仓位，并检验简单减仓替代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A6E7A1-0EC8-406D-A099-A9CC0C6F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30530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D63DC1-C52F-4DF5-8A43-F1EE48CD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05300"/>
            <a:ext cx="10382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下一步：真实ETF执行与冻结后的新数据</a:t>
            </a:r>
          </a:p>
        </p:txBody>
      </p:sp>
    </p:spTree>
    <p:extLst>
      <p:ext uri="{BB962C8B-B14F-4D97-AF65-F5344CB8AC3E}">
        <p14:creationId xmlns:p14="http://schemas.microsoft.com/office/powerpoint/2010/main" val="181794797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A3C338-6738-4E8B-96B0-79002B39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16B2E8-6655-4610-B771-C94EE127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备份：手算与指标口径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A6C00B-A90A-4974-8558-E2D10E45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11EB5E-CD09-446C-9A16-B26E2D7F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青序量化研究平台  ·  CF2026 Project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1AAF8F-A342-4487-8E3E-C4D6FC40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91300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15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A4955B-0C11-4245-93DD-F2D21580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0"/>
            <a:ext cx="11001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可从三个观测点验证回归，再核对日账本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684EFC-1893-4045-884B-4E992322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30505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9CC796-8BBC-4EFB-9AD3-D96E1892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05050"/>
            <a:ext cx="10382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L=(1,2,3)，H=(2,3,5)：β=1.5，α=1/3，R²=27/28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2BFB07-087F-4D14-B462-F254F7C5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305175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9BFC72-B889-4D86-BB4C-B77204BF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05175"/>
            <a:ext cx="10382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此前β=(1,2,3)，当前β=4：z=√6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50E232-EE60-4235-9968-DC3E87FE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30530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A8161E-E23E-49EC-B635-13C1A284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05300"/>
            <a:ext cx="10382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Sharpe：252日年化、日收益样本标准差、rf=0</a:t>
            </a:r>
          </a:p>
        </p:txBody>
      </p:sp>
    </p:spTree>
    <p:extLst>
      <p:ext uri="{BB962C8B-B14F-4D97-AF65-F5344CB8AC3E}">
        <p14:creationId xmlns:p14="http://schemas.microsoft.com/office/powerpoint/2010/main" val="191374419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1A0E0F-DDBF-4B17-AE4D-07C64E0F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3931FF-350A-42CE-9B19-2F55DD95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备份：限制与复现实务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B99346-03E2-4EE5-B0E2-6F50D72F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E8990C-B3F5-4396-9247-A965CD62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青序量化研究平台  ·  CF2026 Project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2EF8A3-12E0-4AA7-911C-1E92F83E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91300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16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7B17D6-98A8-43BA-A304-F8B90C26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0"/>
            <a:ext cx="11001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没有把未知细节、历史复核或指数代理包装成确定性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9AB378-4FA7-4A5E-A990-E9539996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30505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BBCBAA-FBD7-455D-8BF0-C833A25D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05050"/>
            <a:ext cx="1038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Wind原始输入和作者精确样本未公开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7D9C75-C883-460D-BB20-786E04DF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4325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B926AC-3FD5-4CA7-BADC-CA4B0182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43250"/>
            <a:ext cx="1038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指数点位≠可直接交易ETF；分红与冲击未建模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CE1ABF-2C2F-4464-ACCD-D4533127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8145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E80F64-41DF-4D73-8117-59E43C9D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981450"/>
            <a:ext cx="1038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RSRS相关自动测试56项通过、0项跳过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436006-874A-43BB-BC7A-AF1BFBE6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81965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75B3C1-1E98-4A6C-9869-A4A78BE1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19650"/>
            <a:ext cx="1038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6项界面自动测试通过；正式页面策略切换、图表与下载已通过浏览器检查，57交易日回放核账通过</a:t>
            </a:r>
          </a:p>
        </p:txBody>
      </p:sp>
    </p:spTree>
    <p:extLst>
      <p:ext uri="{BB962C8B-B14F-4D97-AF65-F5344CB8AC3E}">
        <p14:creationId xmlns:p14="http://schemas.microsoft.com/office/powerpoint/2010/main" val="21025339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2026-10-19T12:51:46.0350000Z</dcterms:created>
  <dcterms:modified xsi:type="dcterms:W3CDTF">2026-10-19T12:51:46.0350000Z</dcterms:modified>
</coreProperties>
</file>